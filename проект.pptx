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notesSlides/notesSlide5.xml" ContentType="application/vnd.openxmlformats-officedocument.presentationml.notesSlide+xml"/>
  <Override PartName="/ppt/ink/ink6.xml" ContentType="application/inkml+xml"/>
  <Override PartName="/ppt/notesSlides/notesSlide6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7.xml" ContentType="application/vnd.openxmlformats-officedocument.presentationml.notesSlide+xml"/>
  <Override PartName="/ppt/ink/ink9.xml" ContentType="application/inkml+xml"/>
  <Override PartName="/ppt/notesSlides/notesSlide8.xml" ContentType="application/vnd.openxmlformats-officedocument.presentationml.notesSlide+xml"/>
  <Override PartName="/ppt/ink/ink10.xml" ContentType="application/inkml+xml"/>
  <Override PartName="/ppt/notesSlides/notesSlide9.xml" ContentType="application/vnd.openxmlformats-officedocument.presentationml.notesSlide+xml"/>
  <Override PartName="/ppt/ink/ink11.xml" ContentType="application/inkml+xml"/>
  <Override PartName="/ppt/notesSlides/notesSlide10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Source Sans 3" panose="020B0604020202020204" charset="0"/>
      <p:regular r:id="rId13"/>
    </p:embeddedFont>
    <p:embeddedFont>
      <p:font typeface="Source Serif 4 Semi Bold" panose="020B0604020202020204" charset="0"/>
      <p:regular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-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5T14:01:51.4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87 562 24575,'0'-2'0,"0"-1"0,1 0 0,0 0 0,-1 1 0,1-1 0,0 0 0,0 1 0,0-1 0,0 1 0,1-1 0,-1 1 0,1-1 0,-1 1 0,1 0 0,0 0 0,0 0 0,0 0 0,0 0 0,0 0 0,1 1 0,-1-1 0,1 1 0,-1-1 0,1 1 0,-1 0 0,3-1 0,11-3 0,-1 0 0,1 1 0,23-4 0,-13 3 0,107-16 0,-24 5 0,49-11 0,-128 23 0,0 1 0,36 1 0,-37 2 0,0-1 0,46-9 0,-42 5 0,2 0 0,39 2 0,0-1 0,-2-8 0,-51 7 0,-1 1 0,26 0 0,531 2 0,-280 4 0,1688-2 0,-1972-1 0,1 0 0,0-1 0,-1-1 0,0 0 0,0-1 0,0 0 0,0-1 0,0-1 0,-1 0 0,0 0 0,19-15 0,-23 14 0,0-1 0,-1 0 0,0 0 0,-1-1 0,0 0 0,0 0 0,-1 0 0,0-1 0,6-19 0,9-15 0,-13 32 0,-2 5 0,-1-1 0,0 1 0,-1-1 0,0 0 0,4-16 0,-6 22 0,-1 0 0,0 1 0,0-1 0,0 0 0,0 0 0,0 0 0,-1 0 0,1 1 0,-1-1 0,1 0 0,-1 0 0,1 1 0,-1-1 0,0 0 0,0 1 0,0-1 0,0 1 0,0-1 0,0 1 0,0-1 0,-1 1 0,1 0 0,0 0 0,-1-1 0,1 1 0,-1 0 0,1 0 0,-1 1 0,0-1 0,1 0 0,-1 0 0,0 1 0,-1-1 0,-17-4 0,0 1 0,0 1 0,0 0 0,0 2 0,0 1 0,0 0 0,-22 3 0,-18 0 0,-707-3 0,747 2 0,0 0 0,-35 8 0,34-5 0,-1-2 0,-24 2 0,-513-3 0,270-4 0,-1960 2 0,2243-1 0,0 2 0,0-1 0,1 0 0,-1 1 0,0 0 0,0 1 0,0-1 0,0 1 0,1 0 0,-9 4 0,11-4 0,0 0 0,1 1 0,-1-1 0,1 0 0,0 1 0,-1-1 0,1 1 0,0 0 0,1 0 0,-1 0 0,0 0 0,1 0 0,0 0 0,0 0 0,-1 0 0,2 1 0,-1-1 0,0 0 0,0 7 0,-1 11 0,1 1 0,1-1 0,3 33 0,-2-46 0,0 0 0,1 0 0,0-1 0,0 1 0,1-1 0,0 1 0,0-1 0,1 0 0,0 0 0,0 0 0,1-1 0,9 11 0,94 113 0,-84-105 0,5 5 0,1-1 0,34 24 0,-54-45 0,0 1 0,-1 0 0,10 11 0,-12-12 0,-1-1 0,1 1 0,0-2 0,1 1 0,0-1 0,16 10 0,-17-13 0,5 4 0,0-1 0,0-1 0,0 0 0,1 0 0,-1-2 0,24 5 0,42 5 0,-52-8 0,0 0 0,28 0 0,-16-4 0,43-5 0,-67 2 0,1-1 0,-1 0 0,1-1 0,-1 0 0,26-13 0,19-13 0,-36 17 0,1 0 0,1 2 0,-1 1 0,41-11 0,-29 13 0,-12 2 0,-1 1 0,1 2 0,27-2 0,-28 4 0,0-2 0,24-6 0,-24 5 0,46-5 0,331 9 0,-191 1 0,-183-2 0,-1-2 0,34-7 0,-32 4 0,48-2 0,200 7 0,-126 2 0,-124 1 0,0 0 0,35 9 0,-33-6 0,47 4 0,39 4 0,-78-7 0,54 1 0,1050-8 0,-1130 1 0,-1 0 0,1-1 0,0 0 0,-1 0 0,1-1 0,-1 0 0,16-6 0,-21 7 0,0-1 0,0 0 0,0 0 0,0 0 0,0 0 0,0 0 0,-1 0 0,1-1 0,-1 1 0,0-1 0,0 0 0,0 0 0,0 0 0,0 0 0,0 0 0,-1 0 0,1 0 0,-1-1 0,0 1 0,0 0 0,0-1 0,0-3 0,1-27 0,0 0 0,-5-47 0,0 7 0,3 69-105,0-1 0,0 1 0,-1 0 0,1 0 0,-1-1 0,-1 1 0,1 0 0,-1 0 0,0 0 0,0 1 0,0-1 0,-5-8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5T14:01:57.3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223 0 24571,'-222'714'0,"3165"203"0,-2720-1631 0,-3167-203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5T14:02:04.1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2784 320 24575,'-981'0'0,"962"1"0,-1 1 0,-35 8 0,33-5 0,1-1 0,-26 1 0,-94-7 0,-62 4 0,140 11 0,47-9 0,0-1 0,-22 3 0,-1-4 0,8-1 0,0 2 0,-36 8 0,22-5 0,0-1 0,0-2 0,-84-5 0,32 0 0,-379 2 0,466 0 0,0 1 0,0 0 0,0 1 0,-19 5 0,27-7 0,-1 1 0,0 0 0,1 0 0,-1 0 0,1 0 0,-1 0 0,1 0 0,0 1 0,0-1 0,-1 1 0,1 0 0,0 0 0,0-1 0,1 1 0,-1 1 0,0-1 0,1 0 0,-1 0 0,1 0 0,0 1 0,-1-1 0,1 1 0,0 2 0,0-4 0,1-1 0,0 1 0,0 0 0,0-1 0,0 1 0,0 0 0,0-1 0,1 1 0,-1 0 0,0-1 0,0 1 0,0 0 0,1-1 0,-1 1 0,0-1 0,1 1 0,-1-1 0,0 1 0,1-1 0,-1 1 0,1-1 0,-1 1 0,0-1 0,1 1 0,0-1 0,-1 1 0,1-1 0,-1 0 0,1 1 0,-1-1 0,1 0 0,0 0 0,-1 0 0,1 1 0,0-1 0,-1 0 0,1 0 0,0 0 0,0 0 0,1 0 0,-1 0 0,1 0 0,-1 0 0,1 0 0,0 0 0,-1-1 0,1 1 0,-1 0 0,1-1 0,-1 1 0,1-1 0,-1 0 0,1 1 0,-1-1 0,3-2 0,-1 0 0,-1-1 0,1 0 0,-1 0 0,1 0 0,-1 0 0,0 0 0,-1 0 0,1 0 0,-1-1 0,1 1 0,-1-1 0,-1 1 0,1-9 0,0-66 0,-2 55 0,1 22 0,0-17 0,-1 0 0,-1 0 0,-4-22 0,4 34 0,-1 0 0,1 0 0,-1 0 0,0 1 0,0-1 0,-1 1 0,0 0 0,0 0 0,-1 0 0,1 1 0,-10-9 0,11 12 0,0-1 0,0 0 0,0 0 0,0 0 0,0 0 0,1-1 0,0 1 0,-3-7 0,4 10 0,1-1 0,0 1 0,0-1 0,0 1 0,0-1 0,0 1 0,0-1 0,0 1 0,0-1 0,0 1 0,0-1 0,0 1 0,1-1 0,-1 1 0,0-1 0,0 1 0,0-1 0,0 1 0,1-1 0,-1 1 0,0 0 0,1-1 0,-1 1 0,0-1 0,1 1 0,0-1 0,1 0 0,0 0 0,0 0 0,0 0 0,0 0 0,0 0 0,0 1 0,1-1 0,-1 1 0,4-1 0,42-3 0,85 6 0,-45 0 0,-66 0 0,0 1 0,0 1 0,-1 0 0,0 2 0,0 1 0,0 0 0,-1 2 0,0 0 0,0 1 0,24 18 0,-11-6 0,1-1 0,0-1 0,2-2 0,0-2 0,65 21 0,-99-37 0,5 2 0,1 0 0,-1 1 0,0 0 0,9 4 0,-15-6 0,0-1 0,-1 1 0,1-1 0,0 0 0,-1 1 0,1 0 0,-1-1 0,1 1 0,-1-1 0,1 1 0,-1-1 0,1 1 0,-1 0 0,1 0 0,-1-1 0,0 1 0,1 0 0,-1-1 0,0 1 0,0 0 0,1 1 0,-2-1 0,1 0 0,-1 0 0,1 0 0,-1 0 0,1 0 0,-1 0 0,1 0 0,-1 0 0,0 0 0,1 0 0,-1 0 0,0 0 0,0-1 0,0 1 0,0 0 0,0-1 0,0 1 0,0-1 0,0 1 0,-1 0 0,-15 7 0,-1-1 0,1 0 0,-35 7 0,6-2 0,10-1 0,3-2 0,0 2 0,-59 28 0,41-13 0,23-13 0,-39 27 0,25-13 0,24-16 0,1 1 0,0 0 0,-18 18 0,-48 43 0,82-72 0,1-1 0,-1 0 0,1 0 0,0 1 0,-1-1 0,1 0 0,0 0 0,-1 1 0,1-1 0,0 0 0,-1 1 0,1-1 0,0 1 0,0-1 0,-1 0 0,1 1 0,0-1 0,0 1 0,0-1 0,0 1 0,-1-1 0,1 0 0,0 1 0,0-1 0,0 1 0,0-1 0,0 1 0,0-1 0,0 1 0,0-1 0,1 1 0,-1-1 0,0 0 0,0 1 0,0-1 0,0 1 0,0-1 0,1 1 0,-1-1 0,21 9 0,33-6 0,-52-3 0,39 1 0,0-2 0,0-1 0,66-14 0,24-12 0,-103 23 0,40-4 0,22-3 0,-55 6 0,51-3 0,21-2 0,-43 3 0,0 3 0,116 6 0,-64 1 0,280-2 0,-375-1 0,0-2 0,40-8 0,-4-1 0,1 2 0,-26 4 0,62-4 0,-63 7 0,44-7 0,-43 4 0,42-1 0,-60 6 0,16 1 0,0-2 0,-1 0 0,37-10 0,-42 7 0,-1-1 0,-1-1 0,1-2 0,29-14 0,-46 20 0,-1-1 0,1 0 0,-1 1 0,1-2 0,-1 1 0,0-1 0,-1 1 0,1-1 0,-1-1 0,0 1 0,0-1 0,-1 1 0,1-1 0,-1 0 0,-1 0 0,1-1 0,-1 1 0,0 0 0,0-1 0,1-10 0,-2 3 0,1-1 0,-2 0 0,0 1 0,-3-26 0,2 34 0,-1 0 0,1 1 0,-1-1 0,-1 1 0,1-1 0,0 1 0,-1 0 0,0-1 0,-1 1 0,1 1 0,-1-1 0,0 0 0,0 1 0,-6-5 0,-20-13 0,-1 1 0,-1 2 0,0 1 0,-39-15 0,58 27 0,-4 0 0,0 0 0,0 1 0,-1 1 0,-17-2 0,-12-2 0,16 3 0,-1 2 0,1 1 0,-40 2 0,117-1 0,-1 2 0,0 2 0,60 11 0,52 14 0,-25-1 0,-111-23 0,-1-2 0,32 1 0,-34-2 0,1 0 0,0 1 0,23 5 0,-22-1 0,-1 0 0,0 2 0,0 0 0,-1 1 0,32 21 0,-28-15 0,1-1 0,0-2 0,1 0 0,1-1 0,0-2 0,0 0 0,1-2 0,0 0 0,0-2 0,44 3 0,-47-7 0,0 2 0,25 5 0,-24-3 0,44 3 0,224-9 0,-277 0 0,0 0 0,-1-2 0,1 0 0,0 0 0,25-11 0,36-8 0,-74 21 0,1 0 0,-1 1 0,1 0 0,-1-1 0,1 1 0,0 0 0,-1 0 0,1 1 0,-1-1 0,1 0 0,0 1 0,-1 0 0,1-1 0,-1 1 0,0 0 0,1 0 0,-1 0 0,0 1 0,1-1 0,-1 1 0,2 1 0,-1 0 0,-1 1 0,0-1 0,0 0 0,0 1 0,0-1 0,-1 1 0,1-1 0,-1 1 0,0 0 0,0 0 0,0 0 0,-1-1 0,1 9 0,-1-1 0,2 4 0,-1 0 0,-1 0 0,-1 0 0,-2 18 0,3-30 0,-1 0 0,0 0 0,1 0 0,-1 0 0,0 0 0,0-1 0,-1 1 0,1 0 0,-1-1 0,1 1 0,-1 0 0,0-1 0,0 0 0,0 0 0,0 1 0,0-1 0,0 0 0,-1-1 0,1 1 0,-1 0 0,1-1 0,-1 1 0,0-1 0,1 0 0,-1 0 0,0 0 0,-4 1 0,-29 5 188,-63 9-1741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5T14:02:13.5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0 319 24575,'1'-4'0,"-1"0"0,1 0 0,0 0 0,0 0 0,1 0 0,-1 0 0,1 0 0,0 1 0,0-1 0,0 1 0,0-1 0,1 1 0,-1 0 0,6-5 0,48-40 0,-45 39 0,95-70 0,-91 69 0,1 1 0,0 1 0,1 0 0,0 1 0,0 1 0,0 0 0,1 1 0,-1 2 0,29-4 0,17 3 0,90 5 0,-51 2 0,-71-5 0,1-1 0,41-10 0,-25 4 0,-34 7 0,-1-1 0,0-1 0,21-8 0,-76 6 0,-575 7 0,603 0-287,-1 1 0,0 0 0,-27 8 0,40-9 70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5T14:02:21.6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162 161 24575,'1377'0'0,"-1346"-1"0,1-3 0,36-7 0,-15 1 0,2-2 0,-38 8 0,1 0 0,26-2 0,-18 3 0,37-8 0,21-2 0,-294 15 0,110-3 0,81 0 0,0-1 0,0-1 0,-18-5 0,16 3 0,1 1 0,-29-1 0,29 4 0,-11 1 0,0-2 0,-57-11 0,45 6 0,-1 2 0,0 2 0,-87 6 0,33-1 0,7-2 0,54 0 0,29 0 0,11 0 0,346 0 0,-329-1 0,-1-1 0,36-8 0,-33 5 0,-1 1 0,26-1 0,512 4 0,-271 3 0,400-2 0,-668 1 0,0 1 0,35 8 0,-34-5 0,1-1 0,25 1 0,512-4 0,-271-3 0,-277 2 0,0 0 0,1 1 0,-1 0 0,0 1 0,17 5 0,-21-5 0,0 1 0,0 1 0,-1-1 0,1 1 0,-1 0 0,0 0 0,0 1 0,-1 0 0,8 8 0,-4-3 0,0 0 0,0 1 0,-1 0 0,-1 0 0,0 1 0,-1 0 0,0 0 0,0 1 0,-2-1 0,5 15 0,-8-20 0,0 1 0,0-1 0,0 0 0,-1 0 0,0 0 0,0 1 0,0-1 0,-1 0 0,-1 0 0,1 0 0,-1 0 0,0 0 0,0 0 0,-1 0 0,0-1 0,-1 1 0,1-1 0,-1 0 0,0 0 0,-7 8 0,-3 2 0,-1-1 0,-1 0 0,0-2 0,-1 1 0,0-2 0,-24 13 0,27-18 0,0 0 0,-1-1 0,1-1 0,-1 0 0,0-1 0,-1-1 0,1 0 0,-1-1 0,-18-1 0,-417-3 0,431 1 0,0-1 0,-35-8 0,34 5 0,-1 2 0,-24-2 0,-495 3 0,261 4 0,160-4 0,-131 5 0,170 9 0,52-6 0,-46 2 0,40-5 0,-44 8 0,46-5 0,-57 2 0,63-8 0,-22 0 0,0 2 0,-65 11 0,76-8 0,0-2 0,-71-2 0,-23 1 0,68 10 0,47-8 0,1 0 0,-20 1 0,-50 8 0,62-8 0,0-1 0,-26 1 0,30-3 0,1 0 0,-26 7 0,-31 4 0,45-10 0,-41 10 0,17-2 0,-3 1 0,38-7 0,-1-1 0,-39 3 0,-206-8 0,293 0 0,-1 0 0,0-2 0,39-9 0,181-62 0,-216 63 0,11-5 0,0 3 0,48-11 0,-19 16 0,-40 5 0,34-7 0,-42 6 0,1 1 0,0 1 0,27 1 0,-29 2 0,0-2 0,0 0 0,0-2 0,21-4 0,-11 1 0,1 1 0,0 1 0,-1 2 0,60 4 0,46-4 0,-66-10 0,-51 7 0,0 2 0,28-3 0,510 5 0,-269 3 0,1060-2 0,-1328 1 0,0 1 0,34 9 0,-33-7 0,42 5 0,-50-9 0,-19 0 0,-35 0 0,0-1 0,6 0 0,-55-11 0,55 6 0,-55-2 0,45 8 0,1-3 0,-56-9 0,39 4-225,1 3 0,-116 6 0,67 1 80,-258-2 965,342 1-820,-1 2 0,1 1 0,0 1 0,-32 11 0,-30 6 0,-22 2 0,-47 8 0,-12 5 0,124-27 0,5 0 0,18-4 0,0-1 0,-1-1 0,-40 3 0,-442-8 0,479-1 0,0 0 0,-41-11 0,10 2 0,-43-12 0,4 7 0,31 3 0,5 1 0,37 7 0,0 1 0,-38-2 0,40 4 0,0 0 0,-26-7 0,-32-3 0,43 7 0,0-1 0,1-2 0,0-1 0,0-2 0,-46-21 0,65 25 0,-1 1 0,0 1 0,0 0 0,0 1 0,-1 1 0,1 0 0,-29 0 0,15 3 210,18 1-525,0-1 0,0-1 0,0 1 0,-16-4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5T14:02:28.2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1 821 24575,'0'-1'0,"1"0"0,-1-1 0,1 1 0,-1 0 0,1 0 0,-1 0 0,1 0 0,0 0 0,0 0 0,0 0 0,0 0 0,-1 0 0,1 0 0,0 0 0,1 1 0,-1-1 0,0 0 0,0 1 0,0-1 0,0 1 0,0-1 0,1 1 0,-1-1 0,0 1 0,0 0 0,1 0 0,1-1 0,41-4 0,-39 5 0,146 0 0,19-1 0,-98-12 0,-54 9 0,1 0 0,36-2 0,549 7 0,-584 0 0,0 1 0,35 9 0,-34-7 0,1 0 0,25 1 0,-9-4 0,-9-1 0,1 1 0,-1 2 0,41 8 0,-48-7 0,1-1 0,0-1 0,41-1 0,-42-2 0,0 2 0,0 0 0,-1 1 0,30 6 0,-28-3 0,0-1 0,1-1 0,38 0 0,0 0 0,11 9 0,-53-7 0,1-2 0,25 2 0,14-5 0,-39-2 0,0 2 0,0 1 0,0 1 0,36 7 0,-33-4 0,1-1 0,-1-1 0,50 0 0,0-1 0,0 11 0,-54-9 0,0 0 0,26 1 0,25-6 0,-48-1 0,-1 2 0,1 0 0,0 2 0,43 8 0,-36-4 0,1-1 0,0-1 0,-1-2 0,1-1 0,32-3 0,75 3 0,-74 12 0,-48-9 0,0 0 0,21 1 0,302-2 0,-175-5 0,-152 2 0,99-5 0,-97 3 0,1 0 0,-1-1 0,0-1 0,0-1 0,22-9 0,-17 4 0,13-4 0,0-2 0,-2-1 0,38-28 0,-61 39 0,1 0 0,-1-1 0,0 0 0,0 0 0,-1-1 0,0 1 0,0-1 0,-1-1 0,0 1 0,0-1 0,-1 0 0,-1 0 0,1 0 0,-1 0 0,-1-1 0,3-16 0,-5 25 0,6-78 0,-6 71 0,0-1 0,0 1 0,-1-1 0,0 1 0,-1-1 0,-5-15 0,6 21 0,-1-1 0,0 1 0,0 0 0,-1 1 0,1-1 0,-1 0 0,1 1 0,-1-1 0,0 1 0,0 0 0,0 0 0,0 0 0,0 0 0,-1 1 0,1-1 0,0 1 0,-7-2 0,-7-1 0,0 0 0,-24-2 0,19 3 0,-114-22 0,78 14 0,36 6 0,0 1 0,-34-2 0,27 5 0,0-1 0,-56-11 0,41 6 0,0 3 0,-1 0 0,-85 7 0,33-1 0,72-2 0,0-1 0,0-2 0,-43-9 0,37 7 0,-1 1 0,0 2 0,0 0 0,-39 5 0,-64-4 0,71-11 0,47 8 0,1 0 0,-20-1 0,-320 2 0,183 6 0,-832-3 0,979-2 0,1 0 0,-34-8 0,32 4 0,-48-2 0,-269 8 0,328 1 0,0 1 0,0 0 0,-22 7 0,20-5 0,-37 5 0,-35 4 0,60-7 0,-35 2 0,35-5 0,-43 10 0,17-2 0,-51 13 0,102-23 0,0 1 0,0-1 0,0 1 0,0 0 0,1 0 0,-1 0 0,0 1 0,-7 5 0,11-7 0,1-1 0,-1 1 0,0-1 0,1 1 0,-1 0 0,1-1 0,-1 1 0,1 0 0,-1-1 0,1 1 0,0 0 0,-1 0 0,1 0 0,0-1 0,0 1 0,-1 0 0,1 0 0,0 0 0,0 0 0,0-1 0,0 1 0,0 2 0,1-2 0,0 1 0,-1-1 0,1 1 0,0-1 0,0 0 0,0 1 0,0-1 0,0 0 0,1 1 0,-1-1 0,0 0 0,0 0 0,1 0 0,-1 0 0,1 0 0,1 0 0,17 8 0,0 0 0,1-2 0,0 0 0,0-1 0,0-2 0,24 3 0,23 6 0,-26-7 0,0-1 0,0-3 0,76-4 0,-27 0 0,941 2 0,-1012 1 0,0 1 0,34 8 0,-32-5 0,0-1 0,24 1 0,513-4 0,-271-3 0,-250 2 0,-1-1 0,0 2 0,0 1 0,63 12 0,31 13 0,55 27 0,-148-43 0,1-3 0,1-1 0,-1-2 0,58 1 0,1-5 0,97-4 0,-188 2 0,1 0 0,-1 0 0,1-1 0,-1 1 0,0-2 0,0 1 0,0-1 0,0 0 0,0-1 0,0 0 0,-1 0 0,0 0 0,1-1 0,-2 1 0,1-2 0,-1 1 0,1-1 0,-1 1 0,-1-1 0,1-1 0,5-10 0,-3 7 0,1 0 0,0 1 0,1 1 0,0-1 0,12-9 0,-10 10 0,0-1 0,-1-1 0,15-17 0,-8 4 0,-2 5 0,-1-1 0,-1-1 0,0-1 0,9-22 0,-20 40 0,-1-1 0,1 0 0,-1 1 0,0-1 0,0 0 0,-1 0 0,1 0 0,-1 0 0,0 0 0,0 0 0,0 0 0,0 0 0,-1 0 0,0 0 0,0 1 0,0-1 0,0 0 0,0 0 0,-1 1 0,-3-7 0,1 5 0,0 0 0,-1 0 0,0 0 0,0 0 0,0 1 0,0 0 0,-1 0 0,0 0 0,0 0 0,0 1 0,-8-3 0,-24-12 0,-45-29 0,71 41 0,0 1 0,0 0 0,-1 1 0,0 0 0,0 1 0,-20-2 0,-6-2 0,-109-27 0,100 23 0,30 6 0,0 1 0,-33-3 0,25 5 0,-35-9 0,37 6 0,-49-3 0,28 7 0,-1-2 0,-48-10 0,15 3-1365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5T14:02:37.11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0 666 24575,'103'-1'0,"113"3"0,-145 11 0,-51-9 0,0 0 0,28 1 0,32-6 0,-56-1 0,0 2 0,0 0 0,0 1 0,0 2 0,31 7 0,-35-6 0,0 0 0,1-1 0,27 0 0,-26-2 0,0 1 0,35 8 0,63 11 0,-44-10 0,-12-3 0,0-3 0,115-6 0,-62-1 0,307 2 0,-404 1 0,-1 1 0,36 8 0,-33-5 0,0-1 0,24 1 0,513-4 0,-271-3 0,-186 4 0,113-5 0,-196 0 0,0 0 0,0-2 0,26-10 0,-28 9 0,0 1 0,0 0 0,0 1 0,25-2 0,163 7 0,40-2 0,-231-2 0,1-1 0,0 0 0,-1-1 0,0-1 0,0 0 0,0-1 0,-1 0 0,0-1 0,16-13 0,27-15 0,-46 30 0,0 0 0,0-1 0,-1 0 0,0-1 0,0 0 0,-1 0 0,13-17 0,-19 23 0,-1 0 0,1 0 0,-1 0 0,1 0 0,-1 0 0,0-1 0,0 1 0,0 0 0,-1-1 0,1 1 0,0-1 0,-1 1 0,1-1 0,-1 1 0,0-1 0,0 1 0,0-1 0,0 0 0,-1 1 0,1-1 0,-1 1 0,1-1 0,-1 1 0,0 0 0,0-1 0,0 1 0,0 0 0,0-1 0,-1 1 0,1 0 0,-1 0 0,1 0 0,-1 0 0,0 0 0,0 1 0,0-1 0,0 0 0,0 1 0,0 0 0,0-1 0,-4 0 0,-2-3 0,-1 2 0,0-1 0,0 1 0,0 1 0,0 0 0,-10-1 0,-16-5 0,5 1 0,-38-3 0,-16-3 0,-74-14 0,-1 0 0,138 24 0,0 0 0,-28 0 0,29 3 0,1-1 0,0-2 0,-23-4 0,0-1 0,-1 2 0,0 2 0,0 2 0,-71 5 0,18-1 0,62-2 0,-23 1 0,0-3 0,-86-13 0,85 7 0,0 3 0,-117 5 0,69 3 0,-715-4 0,795 0 0,0-1 0,-31-8 0,28 5 0,-44-3 0,-432 6 0,243 4 0,230 0 0,1 1 0,-38 9 0,16-2 0,-80 16 0,26-1 0,97-23 0,0 0 0,0 1 0,0 0 0,1 1 0,-1 0 0,1 0 0,-9 7 0,15-9 0,-1 1 0,1 0 0,-1 0 0,1 0 0,0 0 0,1 0 0,-1 1 0,0-1 0,1 1 0,0 0 0,0 0 0,0 0 0,0 0 0,1 0 0,-1 0 0,1 0 0,0 1 0,0 5 0,-1 2 0,1 0 0,1 0 0,0 0 0,1 0 0,0 0 0,1 0 0,5 20 0,-5-25 0,1 1 0,1-1 0,0 1 0,0-1 0,0 0 0,0-1 0,1 1 0,0-1 0,1 0 0,0 0 0,-1 0 0,9 5 0,47 30 0,-39-27 0,-1 1 0,21 19 0,-30-24 0,1 0 0,-1-1 0,2-1 0,-1 0 0,1-1 0,0 0 0,1-1 0,26 7 0,10-1 0,65 8 0,-95-17 0,40 8 0,-39-6 0,0-1 0,33 2 0,-26-5 0,0 0 0,56 12 0,-57-8 0,1-1 0,0-2 0,54-3 0,28 2 0,-47 12 0,-47-9 0,0-1 0,19 2 0,41-1 0,109-8 0,-105-11 0,-29 4 0,-1 0 0,-33 6 0,0 1 0,27-2 0,-19 4 0,35-9 0,-37 6 0,0 1 0,26-1 0,559 4 0,-292 3 0,-294-1 0,0 1 0,32 8 0,30 3 0,-59-11 0,34 9 0,-36-6 0,0-1 0,26 1 0,10-5 0,-39-2 0,0 2 0,0 1 0,0 0 0,37 9 0,-17-2 0,1-2 0,-1-2 0,1-1 0,77-6 0,-23 1 0,-11 3 0,94-3 0,-174 1 0,-1 1 0,1-1 0,0-1 0,-1 1 0,1 0 0,-1-1 0,0 0 0,1 0 0,-1-1 0,0 1 0,0-1 0,0 0 0,-1 0 0,1 0 0,-1 0 0,1-1 0,-1 1 0,3-6 0,4-6 0,-1-1 0,-1 1 0,10-29 0,-2 6 0,-12 30 0,-1-1 0,0 1 0,-1-1 0,0 0 0,0 0 0,-1 0 0,0 0 0,0 0 0,-1 0 0,0 0 0,-2-11 0,1 15 0,0-1 0,0 0 0,-1 1 0,0-1 0,0 1 0,0 0 0,-1-1 0,0 1 0,0 0 0,0 1 0,0-1 0,-1 0 0,0 1 0,0 0 0,0 0 0,0 0 0,-1 1 0,-6-5 0,-25-13 0,0 1 0,-2 3 0,0 1 0,-54-15 0,-101-11 0,46 12 0,92 16 0,-1 3 0,-1 2 0,-88-1 0,-622 11 0,747-2 0,0-1 0,-35-8 0,34 5 0,-1 1 0,-24-1 0,15 4 0,1-1 0,-52-10 0,37 5 0,1 2 0,-1 2 0,-84 5 0,31 1 0,-325-4 0,403 0 0,0-1 0,-35-8 0,34 5 0,-1 2 0,-25-2 0,30 4 0,-15 1 0,1-2 0,-58-11 0,-42-15 0,104 22 0,14 4 0,0-1 0,0-1 0,0 0 0,0 0 0,1-1 0,0-1 0,0 0 0,-15-11 0,9 5 0,-1 0 0,-38-17 0,5 2 0,57 26 0,0-1 0,0 1 0,0 0 0,0 1 0,11-1 0,16 0 0,60-11 0,-58 6 0,53-1 0,496 8 0,-565 0 0,1 1 0,-1 1 0,24 7 0,9 1 0,-71-13 0,1 1 0,-25 3 0,21-1 0,0 0 0,0-2 0,-28-4 0,-22-5 0,0 2 0,-126 4 0,169 2 0,0 0 0,-30-8 0,29 5 0,-56-4 0,63 9 0,-7 1 0,-1-2 0,1-2 0,-47-8 0,38 4 0,-1 2 0,1 2 0,-1 2 0,-43 4 0,-4-1 0,-20 0 0,-127-5 0,213 0-1365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5T14:02:38.7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81 24575,'102'2'0,"115"-5"0,-153-9 0,-48 8 0,1 0 0,19-1 0,1 3 0,-5 1 0,-1-2 0,38-7 0,-35 3 0,55-2 0,15-2 0,-49 4 0,1 3 0,92 4 0,-63 1 0,-65 1 0,-1 0 0,0 1 0,0 1 0,0 1 0,22 9 0,35 8 0,54 6 0,-22-3 0,-64-14 254,-26-6-794,0-1 1,32 4-1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5T14:02:46.0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244 531 24575,'86'-1'0,"94"3"0,-109 11 0,-51-9 0,0 0 0,28 1 0,511-3 0,-270-4 0,980 2 0,-1249 1 0,0 1 0,35 8 0,-34-5 0,1-1 0,25 1 0,511-4 0,-269-3 0,-264 2 0,-11 1 0,1 0 0,-1-1 0,0-1 0,0-1 0,0 0 0,0 0 0,0-2 0,-1 1 0,22-10 0,9-10 0,-5 3 0,0-1 0,37-29 0,-72 47 0,-1 0 0,1 0 0,-1 0 0,0 0 0,0-1 0,-1 1 0,1-1 0,-1 0 0,1 0 0,-1 0 0,0 0 0,-1 0 0,1 0 0,-1 0 0,0-1 0,0 1 0,0-1 0,0 1 0,-1-1 0,0 1 0,0-1 0,0 1 0,-1 0 0,1-1 0,-1 1 0,-2-6 0,2 4 0,-1 0 0,0 1 0,-1 0 0,1-1 0,-1 1 0,0 0 0,0 0 0,-1 1 0,0-1 0,0 1 0,0 0 0,0 0 0,0 0 0,-1 0 0,0 1 0,1-1 0,-1 1 0,-1 1 0,-7-5 0,-13-1 0,0 1 0,-52-7 0,16 3 0,40 6 0,-1 1 0,-30-1 0,-607 4 0,314 3 0,327-3 0,0-1 0,0-1 0,-18-5 0,16 3 0,0 1 0,-27-1 0,28 3 0,0-1 0,-23-5 0,-34-5 0,-63-4 0,69 7 0,7-1 0,37 5 0,-42-2 0,-50-6 0,73 8 0,-54-2 0,63 6 0,-49-9 0,-28-2 0,84 11 0,-45-9 0,45 5 0,-46-2 0,-288 7 0,172 2 0,169 1 0,0 1 0,1 1 0,-1 1 0,-39 14 0,5-2 0,3-1 0,1 3 0,1 1 0,-70 40 0,87-44 0,-1-1 0,0-2 0,-44 10 0,35-10 0,-61 25 0,105-38 0,-1 0 0,1 1 0,0-1 0,0 0 0,0 1 0,-1 0 0,1-1 0,0 1 0,0 0 0,0-1 0,0 1 0,0 0 0,0 0 0,0 0 0,1 0 0,-1 0 0,0 0 0,0 0 0,1 0 0,-1 0 0,1 0 0,-1 1 0,1-1 0,-1 2 0,1-1 0,0-1 0,1 0 0,-1 0 0,1 1 0,0-1 0,-1 0 0,1 0 0,0 0 0,0 1 0,0-1 0,-1 0 0,1 0 0,0 0 0,1-1 0,-1 1 0,0 0 0,0 0 0,2 0 0,9 6 0,0-1 0,0-1 0,18 6 0,93 20 0,-29-8 0,-55-16 0,1-1 0,0-1 0,0-3 0,78-5 0,-25 1 0,10 4 0,111-5 0,-200 1 0,0-1 0,0 0 0,0-1 0,18-8 0,-16 6 0,1 0 0,20-4 0,123-23 0,-95 23 0,-28 3 0,72-3 0,236 11 0,-332 0 0,1 1 0,0 0 0,0 1 0,-1 0 0,1 1 0,-1 1 0,0 0 0,-1 0 0,1 2 0,-1-1 0,18 14 0,-25-16 0,0 1 0,0-1 0,0 1 0,-1 0 0,0 0 0,0 0 0,-1 1 0,1-1 0,-1 1 0,0 0 0,0 0 0,-1 0 0,0 0 0,0 1 0,-1-1 0,1 1 0,-1-1 0,-1 1 0,1-1 0,-1 1 0,0-1 0,-1 1 0,1-1 0,-1 1 0,-1-1 0,1 1 0,-1-1 0,0 0 0,0 0 0,-1 0 0,0 0 0,0 0 0,-1-1 0,1 1 0,-1-1 0,0 0 0,-1 0 0,1 0 0,-6 4 0,-16 13 0,-1-2 0,-1-1 0,-1-1 0,0-1 0,-1-2 0,-61 22 0,38-20 0,14-4 0,0-2 0,-44 7 0,22-9 0,21-2 0,-71 3 0,50-10 0,-111 15 0,134-11 0,-68 0 0,7-1 0,17 12 0,31-4 0,-4 0 0,34-6 0,-1-1 0,-38 3 0,23-6 0,1-1 0,-1-2 0,0-2 0,-39-8 0,46 6 0,-34-2 0,-26-5 0,-42-14 0,111 24 0,17 3 0,0 0 0,0-1 0,1 1 0,-1-1 0,0 0 0,1 0 0,-1 0 0,1 0 0,-1 0 0,1-1 0,0 0 0,-1 0 0,-2-2 0,6 3 0,0 1 0,-1 0 0,1 0 0,0-1 0,0 1 0,0 0 0,0 0 0,0-1 0,0 1 0,0 0 0,0-1 0,0 1 0,0 0 0,0 0 0,0-1 0,1 1 0,-1 0 0,0 0 0,0-1 0,0 1 0,0 0 0,0 0 0,0-1 0,1 1 0,-1 0 0,0 0 0,0-1 0,0 1 0,1 0 0,-1 0 0,0 0 0,0 0 0,1 0 0,-1-1 0,0 1 0,0 0 0,1 0 0,-1 0 0,0 0 0,0 0 0,1 0 0,-1 0 0,0 0 0,1 0 0,-1 0 0,18-5 0,-15 5 0,252-72 0,-206 60 0,0 3 0,1 2 0,0 2 0,60 2 0,-73 1 0,61-10 0,-58 6 0,50-1 0,306 8 0,-374 1 0,0 0 0,41 10 0,-12-1 0,56 14 0,78 28 0,-79-26 0,-63-16 0,-25-7 0,-1 1 0,36 2 0,-27-4 0,36 7 0,-38-5 0,49 4 0,254-9 0,-151-1 0,-156 0 0,0-1 0,35-8 0,-33 5 0,-1 1 0,26-1 0,52 6 0,40-2 0,-97-8-1365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5T14:02:52.6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1 240 24575,'5'-1'0,"-1"0"0,1-1 0,0 0 0,-1 1 0,8-5 0,8-2 0,17-6 0,0 3 0,2 1 0,-1 1 0,1 3 0,61-4 0,-20 12 0,78-3 0,-95-11 0,-46 8 0,0 0 0,19-1 0,54 5 0,-67 2 0,0-2 0,-1 0 0,1-2 0,0 0 0,27-7 0,-30 4 0,1 1 0,-1 1 0,28 0 0,-26 2 0,0-1 0,35-8 0,-34 6 0,-1 0 0,40-1 0,-40 4 0,0-1 0,39-8 0,53-13 0,-59 14 0,-13 3 0,0 3 0,0 1 0,45 4 0,71-3 0,-87-12 0,-51 9 0,0 0 0,28-1 0,510 3 0,-269 4 0,-187-3 0,114 3 0,-135 10 0,-52-6 0,46 2 0,56-9 0,55 2 0,-153 4 0,0 2 0,55 18 0,-52-14 0,64 29 0,-31-11 0,-64-27 0,29 11 0,-1 0 0,2-3 0,-1 0 0,2-3 0,63 7 0,-39-10 0,-57-3 0,1-1 0,-1 1 0,0 0 0,0 0 0,1 0 0,-1 0 0,0 0 0,0 1 0,0 0 0,0-1 0,0 1 0,-1 0 0,1 0 0,-1 1 0,4 2 0,-5-4 0,-1 0 0,1 0 0,-1 0 0,1-1 0,-1 1 0,0 0 0,1 0 0,-1 0 0,0 0 0,0 0 0,0 0 0,1 0 0,-1 0 0,0 0 0,0 0 0,0 0 0,-1-1 0,1 1 0,0 0 0,0 0 0,0 0 0,-1 0 0,1 0 0,0 0 0,-1 0 0,1 0 0,-1 0 0,-1 2 0,0-1 0,-1 1 0,1-1 0,0 0 0,-1 0 0,1 0 0,-1 0 0,-4 2 0,-6 2 0,1 0 0,-24 6 0,-26 11 0,46-17 0,1 0 0,-1 0 0,0-2 0,-1 0 0,-27 3 0,22-5 0,-36 8 0,36-5 0,-36 3 0,32-5 0,-35 8 0,38-6 0,-1-1 0,-26 0 0,23-3 0,0 1 0,0 0 0,1 2 0,-1 2 0,-27 8 0,27-6 0,1-2 0,-1-1 0,0-1 0,-33 1 0,-113-6 0,65-2 0,-447 3 0,535 2 0,0 0 0,-35 8 0,34-5 0,-1-2 0,-25 2 0,-511-3 0,269-4 0,-611 2 0,876 1 0,0 2 0,0 1 0,0 1 0,-27 8 0,27-5 0,-1-2 0,0-1 0,-44 3 0,24-4 0,-1 1 0,0 2 0,-67 20 0,79-22 0,30-6 0,-1 2 0,0-1 0,0 0 0,0 1 0,0 0 0,1 0 0,-1 1 0,0-1 0,1 1 0,-1 0 0,-7 5 0,12-7 0,0 0 0,-1 1 0,1-1 0,0 0 0,0 1 0,0-1 0,0 0 0,0 1 0,0-1 0,0 0 0,1 1 0,-1-1 0,0 0 0,0 0 0,0 1 0,0-1 0,0 0 0,0 1 0,1-1 0,-1 0 0,0 0 0,0 1 0,0-1 0,1 0 0,-1 0 0,0 1 0,0-1 0,1 0 0,-1 0 0,0 0 0,0 0 0,1 1 0,-1-1 0,0 0 0,1 0 0,-1 0 0,0 0 0,1 0 0,-1 0 0,0 0 0,1 0 0,-1 0 0,0 0 0,1 0 0,-1 0 0,0 0 0,1 0 0,17 3 0,37 2 0,-1-3 0,81-7 0,-65-8 0,-50 8 0,0 2 0,28-3 0,-29 5 0,-1-2 0,28-6 0,-26 4 0,37-3 0,-26 5 0,38-10 0,-11 2 0,49-14 0,24-3 0,-24 4 0,24-5 0,-67 19 0,-27 3 0,74-3 0,-69 9 0,1-1 0,57-10 0,-38 4 0,0 3 0,123 5 0,-70 2 0,-61-2 0,88 3 0,-123-1 0,1 0 0,0 2 0,-1 0 0,0 2 0,21 8 0,-17-6 0,0-2 0,0 0 0,36 4 0,-19-3 0,35 1 0,-56-6 0,0-1 0,0 2 0,-1 1 0,1 0 0,20 8 0,4 6 0,108 40 0,-84-36 0,48 13 0,-92-29 0,1 1 0,34 17 0,-32-13 0,37 11 0,-58-21 0,-1 1 0,1-1 0,-1 1 0,1 0 0,-1 0 0,0 1 0,0-1 0,0 1 0,0 0 0,5 5 0,-8-8 0,-1 1 0,1 0 0,0 0 0,-1 0 0,1 0 0,-1 0 0,1 0 0,-1 0 0,1 0 0,-1 0 0,0 0 0,1 0 0,-1 0 0,0 0 0,0 0 0,0 0 0,0 1 0,0-1 0,0 0 0,0 1 0,-1 0 0,0 0 0,0 0 0,0 0 0,0-1 0,0 1 0,0 0 0,0-1 0,-1 1 0,1 0 0,-1-1 0,1 0 0,-1 1 0,1-1 0,-5 2 0,-6 4 0,-1-1 0,0-1 0,0 0 0,-1-1 0,1 0 0,-1-1 0,0 0 0,0-1 0,-23 0 0,-39 7 0,5 1-142,1-4-1,-1-3 1,-73-5-1,22-1 31,-512 3 112,625 1 62,1-2 0,-1 1 0,0-1 0,1-1 0,-1 1 0,0-2 0,1 1 0,0-1 0,0 0 0,-12-7 0,20 10-62,-1 0 0,1 0 0,-1 0 0,1-1 0,0 1 0,-1 0 0,1-1 0,0 1 0,-1 0 0,1-1 0,0 1 0,-1 0 0,1-1 0,0 1 0,0 0 0,0-1 0,-1 1 0,1-1 0,0 1 0,0-1 0,0 1 0,0-1 0,0 1 0,0 0 0,0-1 0,0 1 0,0-1 0,0 1 0,0-1 0,0 1 0,0-1 0,0 1 0,0 0 0,0-1 0,0 1 0,1-2 0,16-11 0,28-3 0,-26 12 0,1 1 0,-1 1 0,34 1 0,-35 2 0,1-2 0,0 0 0,-1-1 0,23-6 0,0 0 0,0 2 0,0 2 0,1 1 0,80 6 0,-27-1 0,592-2 0,-681 0 0,0 0 0,0 0 0,0 0 0,0 1 0,0 0 0,0 0 0,0 0 0,0 1 0,0 0 0,-1 0 0,9 5 0,-14-7 0,0 0 0,0 1 0,0-1 0,0 0 0,0 0 0,0 0 0,0 1 0,1-1 0,-1 0 0,0 0 0,0 1 0,0-1 0,-1 0 0,1 0 0,0 1 0,0-1 0,0 0 0,0 0 0,0 1 0,0-1 0,0 0 0,0 0 0,0 0 0,0 1 0,-1-1 0,1 0 0,0 0 0,0 0 0,0 1 0,0-1 0,-1 0 0,1 0 0,0 0 0,0 0 0,-1 0 0,1 1 0,0-1 0,0 0 0,0 0 0,-1 0 0,1 0 0,0 0 0,0 0 0,-1 0 0,1 0 0,0 0 0,0 0 0,-1 0 0,1 0 0,0 0 0,0 0 0,-1 0 0,1 0 0,0 0 0,-1-1 0,-16 4 0,-270 0 0,146-5 0,97 0 0,-59-11 0,58 7 0,-53-2 0,-1049 8 0,515 1 0,627-1 0,2 1 0,0-1 0,0 0 0,1 0 0,-1 0 0,0 0 0,0-1 0,0 1 0,0-1 0,1 0 0,-1 1 0,0-1 0,0-1 0,1 1 0,-1 0 0,-2-2 0,5 3 0,0-1 0,0 1 0,0 0 0,0-1 0,0 1 0,0 0 0,0 0 0,0-1 0,0 1 0,0 0 0,0-1 0,0 1 0,0 0 0,0 0 0,0-1 0,0 1 0,1 0 0,-1 0 0,0-1 0,0 1 0,0 0 0,0 0 0,1-1 0,-1 1 0,0 0 0,0 0 0,0 0 0,1-1 0,-1 1 0,0 0 0,0 0 0,1 0 0,-1 0 0,0 0 0,0-1 0,1 1 0,-1 0 0,0 0 0,1 0 0,-1 0 0,0 0 0,0 0 0,1 0 0,-1 0 0,18-5 0,-15 5 0,27-8 0,0 1 0,1 1 0,0 2 0,38-1 0,-33 5 0,15 1 0,0-2 0,77-13 0,-68 6 0,1 3 0,-1 2 0,66 6 0,-10 0 0,55-17 0,3 0 0,168 15 0,-321 1 0,0 0 0,40 9 0,-4 1 0,100 14 0,-101-14 0,-39-7 0,1-2 0,25 3 0,-13-3 0,43 10 0,-19-2 0,-32-6 0,0 0 0,0 2 0,34 16 0,18 6 0,-42-19 0,1-3 0,0 0 0,49 2 0,100-5 0,-131-5 0,-40 1 0,-1-2 0,0 0 0,1 0 0,-1-1 0,0 0 0,-1 0 0,1-1 0,-1-1 0,1 0 0,10-7 0,-4 2 0,1 2 0,19-8 0,-18 9 0,1 1 0,0 1 0,1 0 0,-1 2 0,40-3 0,-32 4 0,-1-1 0,31-8 0,-7 2 0,3-3 0,-36 7 0,1 2 0,21-3 0,-34 6 19,-1-1 0,0 1 0,0-1 0,0 0 0,0 0 0,0-1 0,0 1 0,0-1 0,0 0 0,-1 1 0,1-2 0,-1 1 0,1 0 0,-1-1 0,0 0 0,0 1 0,4-6 0,-6 6-76,1 0 0,-1 0 0,0-1 0,0 1 0,0 0 0,0-1 0,0 1 0,-1-1 1,1 1-1,-1-1 0,0 1 0,1-1 0,-1 1 0,0-1 0,-1 0 0,1 1 0,0-1 1,-1 1-1,1-1 0,-1 1 0,0-1 0,0 1 0,0 0 0,0-1 0,0 1 1,-1 0-1,1 0 0,0 0 0,-3-3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5T14:03:03.9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504 85 24575,'-5'0'0,"0"1"0,0 0 0,0 0 0,0 0 0,0 0 0,0 1 0,1 0 0,-1-1 0,1 2 0,-1-1 0,1 1 0,0-1 0,0 1 0,0 0 0,0 1 0,0-1 0,1 1 0,-1-1 0,1 1 0,0 0 0,0 1 0,-4 7 0,2-2 0,0 1 0,0-1 0,1 1 0,1 1 0,-1-1 0,2 0 0,0 1 0,-2 19 0,4-22 0,0 0 0,0 0 0,0 1 0,1-1 0,1 0 0,-1 0 0,2 0 0,-1-1 0,1 1 0,0 0 0,1-1 0,0 0 0,0 0 0,1 0 0,0 0 0,0-1 0,1 0 0,0 0 0,0 0 0,1-1 0,9 8 0,11 7 0,-6-5 0,42 26 0,-55-37 0,1-1 0,0 0 0,0-1 0,1 0 0,-1-1 0,1 1 0,-1-2 0,17 2 0,235-5 0,-384 26 0,25-21 0,68-4 0,0 2 0,-57 9 0,27-1 0,-1-3 0,1-2 0,-81-6 0,41 1 0,99 1 0,0 0 0,0 1 0,0-1 0,0 0 0,0 0 0,0 0 0,0 0 0,0 0 0,0 0 0,0 0 0,0-1 0,0 1 0,0 0 0,0 0 0,0-1 0,0 1 0,1-1 0,-1 1 0,0-1 0,0 1 0,0-1 0,0 1 0,1-1 0,-1 0 0,-1-1 0,3 1 0,-1 0 0,1 0 0,0 0 0,-1 1 0,1-1 0,0 0 0,0 0 0,0 1 0,0-1 0,0 0 0,0 1 0,0-1 0,0 1 0,0-1 0,0 1 0,0 0 0,0-1 0,0 1 0,0 0 0,0 0 0,0 0 0,2 0 0,18-4 0,39 1 0,-41 3 0,-1-2 0,1 1 0,21-6 0,87-25 0,48-6 0,-67 14 0,-84 14 0,-18 3 0,-17 1 0,7 5 0,1 1 0,-1-1 0,0 0 0,1 0 0,-1-1 0,1 1 0,-1-1 0,1 1 0,0-1 0,0 0 0,0-1 0,0 1 0,0 0 0,0-1 0,0 0 0,1 1 0,-1-1 0,1 0 0,0 0 0,0-1 0,0 1 0,0 0 0,1-1 0,-1 1 0,1-1 0,0 1 0,0-1 0,0 0 0,1 1 0,-1-6 0,-1-5 0,0 0 0,2-1 0,-1 1 0,2 0 0,2-20 0,-2 30 0,0 0 0,0 0 0,0 0 0,0 0 0,1 0 0,0 0 0,-1 1 0,1-1 0,0 1 0,1-1 0,-1 1 0,1 0 0,-1 0 0,1 0 0,0 0 0,0 0 0,1 1 0,-1-1 0,0 1 0,1 0 0,-1 0 0,1 0 0,5-2 0,127-45 0,-65 29 0,-8 3 0,101-44 0,-152 57 0,0 0 0,0 1 0,0 0 0,0 1 0,0 0 0,22 1 0,-17 0 0,1-1 0,24-5 0,2-1 0,1 2 0,-1 2 0,1 2 0,63 5 0,-12-1 0,936-2 0,-1012 1 0,0 1 0,35 9 0,-34-7 0,1 0 0,25 1 0,-9-4 0,-9-1 0,1 1 0,-1 2 0,41 8 0,-63-9 0,160 34 0,-137-30 0,46 16 0,5 1 0,-40-13 0,-23-5 0,0-1 0,36 4 0,-23-5 0,44 11 0,-23-4 0,6 2 0,-38-7 0,1-1 0,39 3 0,-28-5 0,42 8 0,-42-4 0,42 2 0,-49-7 0,1 3 0,-1 0 0,0 1 0,29 11 0,-37-9 0,0 2 0,-1 0 0,0 2 0,0-1 0,-1 2 0,20 19 0,-26-23 0,-8-8 0,11 10 0,1 0 0,-1 1 0,-1 1 0,0 0 0,0 0 0,-1 1 0,-1 1 0,10 18 0,-18-31 0,-1 0 0,1 0 0,-1 0 0,0 0 0,0 0 0,1 0 0,-1-1 0,0 1 0,0 0 0,0 0 0,0 0 0,0 0 0,0 0 0,0 0 0,0 0 0,-1 0 0,1 0 0,0 0 0,0 0 0,-1-1 0,1 1 0,-1 0 0,1 0 0,-1 0 0,1 0 0,-2 1 0,0-1 0,0 1 0,0-1 0,0 0 0,0 0 0,0 0 0,0 0 0,0 0 0,0 0 0,-1-1 0,-3 2 0,-9-1 0,1 1 0,-28-3 0,32 1 0,-604-3 0,594 4 0,0 1 0,-35 9 0,33-7 0,1 0 0,-26 1 0,-63-6 0,-44 2 0,90 11 0,47-7 0,0-2 0,-19 2 0,-266-2 0,155-5 0,127 3 0,0 1 0,-35 8 0,34-5 0,-1-1 0,-25 1 0,-52-7 0,-40 4 0,75 10 0,47-8 0,1 0 0,-20 1 0,-320-3 0,183-4 0,-250 2 0,403 1 0,0 1 0,-35 9 0,33-7 0,1 0 0,-26 1 0,-363-4 0,222-3 0,228 3 0,0 2 0,55 10 0,50 15 0,-45-12 0,-26-6 0,-21-3 0,0-3 0,102-5 0,32 1 0,-102 13-295,-56-8 98,45 3 0,-4-7 197,-26-1 0,0 2 0,67 11 0,-76-8-22,1-2 0,0-1 0,40-3 0,53 3-30,-48 10 52,-52-6 0,46 2 0,-44-6-20,44 10 1,-45-7 393,46 3-1,-46-5-335,43 7 0,-45-4-15,56 2-1,284-9-22,-348 2 0,0 1 0,35 8 0,-34-5 0,1-1 0,24 1 0,301-4 0,-164-3 0,-163 3 0,0 1 0,35 9 0,-34-7 0,1 0 0,25 1 0,-38-4 0,1-1 0,0-1 0,0 1 0,-1-1 0,1-1 0,16-5 0,-21 6 0,-1-1 0,0 0 0,0-1 0,0 1 0,-1-1 0,1 1 0,0-1 0,-1 0 0,0-1 0,0 1 0,0 0 0,0-1 0,0 0 0,-1 0 0,0 1 0,4-9 0,6-14 0,-1 0 0,-1 0 0,-2-1 0,-1 0 0,0 0 0,-2-1 0,-2 0 0,1-33 0,-3 47 0,-2 1 0,0 0 0,0 0 0,-1 0 0,-5-17 0,4 23 0,1 1 0,-1 0 0,0 0 0,-1 0 0,1 0 0,-1 1 0,-1-1 0,1 1 0,-1 0 0,1 0 0,-1 1 0,-7-5 0,-6-5 0,0 1 0,-2 0 0,-39-18 0,19 14 0,0 2 0,-1 1 0,-59-11 0,-29 4 0,77 14 0,0 3 0,0 1 0,-61 6 0,13-1 0,-392-2 0,470 1 0,0 1 0,-30 7 0,-17 3 0,-121 17 0,124-18 0,29-5 0,-71 4 0,87-9 0,-1 1 0,-29 8 0,28-6 0,-44 5 0,36-8 0,1 0 0,0-2 0,0-2 0,0 0 0,0-2 0,0-1 0,-41-15 0,39 10 0,-38-6 0,47 11 0,-37-8 0,-8-1 0,-75-28 0,120 35 0,-1 2 0,-30-4 0,3 0 0,9 4 0,0 1 0,-1 2 0,-75 6 0,28-1 0,-915-2-1365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25T14:01:06.639"/>
    </inkml:context>
    <inkml:brush xml:id="br0">
      <inkml:brushProperty name="width" value="0.05" units="cm"/>
      <inkml:brushProperty name="height" value="0.3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1 1,'4'0,"7"0,5 0,1 4,1 3,2-2,3 5,1-1,1-1,2-2,0-3,0-1,-1 4,1 0,0-1,-1-1,1-1,0-1,-1-1,0-1,1 0,-1 4,1 2,-1-1,1-1,-1 0,1-2,-1-1,1-1,-1 0,1 0,-1 0,0-1,1 1,-1 0,1 0,-1 0,1 0,-1 0,1 0,-1 0,-4 4,-1 2,-1 0,2-1,1-2,2-1,-4 3,-1 2,1-2,1 0,1-2,1-1,2-2,0 1,1 3,0 2,-1 0,1-2,0 0,-1-2,-4 3,-1 1,0 0,0-2,2-1,-7-1,-12-1,-10-1,-9 0,-6 0,-9 0,-4 0,0-1,0 1,3 0,1 0,2 0,0 0,-3 0,-1 0,0 0,1 0,2 0,0 0,2 0,0 0,1 0,-1 0,-3 0,-2 0,0 0,1 0,1 0,-3 0,0 0,0 0,2 0,1 0,2 0,1 0,0 0,1 0,0 0,-1 0,6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25T14:01:07.293"/>
    </inkml:context>
    <inkml:brush xml:id="br0">
      <inkml:brushProperty name="width" value="0.05" units="cm"/>
      <inkml:brushProperty name="height" value="0.3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641 0,'5'0,"5"0,6 0,5 0,3 0,-3 5,0 1,1-1,1 0,2-2,0-1,0-1,2 0,-1-1,1-1,0 1,-1 0,1 0,-1 0,6-1,0 1,0 0,-1 0,-1 0,-2 0,0 0,-1 0,-1 0,0 0,1 0,-1 0,0 0,1 0,-1 0,0 0,1 0,-1 0,1 0,-1 0,1 0,-1 0,1 0,-1 0,1 0,-1 0,0 0,1 0,-1 0,1 0,-1 0,1 0,-1 0,1 0,-1 0,1 0,-1 0,1 0,-1 0,-9 0,-11 0,-12 0,-9 0,-7 0,-4 0,-1 0,-2 0,0 0,1 0,0 0,0 0,1 0,1 0,-1 0,1 0,0 0,-1 0,1 0,-1 0,-3 0,-3 0,-4 0,-4 0,0 0,2 0,-1 0,2 5,2 1,-1 4,1 0,-2-1,1-2,2-3,-2-1,-4-2,1-1,-2 0,1-1,0 1,1-1,-1 1,-2 0,1 0,-1 0,2 0,-1 0,2 0,4 0,-1 0,0 0,-1 0,1 0,-3 0,-3 0,1 4,4 2,-2 0,2-1,3-2,3-1,3-1,1-1,6 5,1 1,10 0,11-2,10-1,7-1,6-1,3 0,2-1,1 0,-1-1,0 1,0 0,-1 0,0 0,0 0,-1 0,1 0,-1 0,0 0,1 0,-1 0,1 0,-1 0,0 0,1 0,-1 0,1 0,-5-5,-2-1,1 0,1 1,1 2,1 1,2 0,0 2,0 0,1-4,0-2,-1 1,1 0,0 2,-1-3,1-1,-1 1,1 1,-5 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25T14:01:17.129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1692 555,'0'5,"5"5,6 6,5 0,0 2,2-2,3-4,1 0,3-1,0-3,-3 2,-1-1,0-2,1-1,2-3,0-2,-3 4,0 1,-1 0,3 2,0 1,6-2,3-1,0-3,-1-1,-1 3,-2 2,5-2,0-1,-1-1,-1-1,-1-1,-2-1,-1 0,0 0,-1 4,0 1,1 1,-1-2,0 0,5-2,1-1,0-1,-1 0,-1 0,-1 0,-2-1,0 1,0 0,-1 0,0 0,0 0,1 0,-1 0,0 0,0 0,1 0,0 0,-1 0,-4 4,-10 2,-13 0,-9-1,-9-2,-4-1,-4-1,-1-1,-1 0,0 0,1 0,0 0,1-1,0 1,-4 0,-6 0,-1 0,2 0,-3 0,1 0,3 0,2 0,3-4,-3-2,0 0,1 2,2 0,-4 2,0 1,-3-4,0-1,-3 1,1-4,-2 0,2 2,3 1,-2 3,1 1,3 1,2-4,3-1,-4 1,1 1,-1 1,3 1,1 1,1 1,5-4,3-2,-1 0,-1 2,-1 1,-1 1,8 1,11 1,11 0,9 0,6 0,5 0,1 1,2-1,0 0,-1 0,0 0,-1 0,0 0,4 0,2 0,-1 0,-1 4,-1 2,-2 0,4-1,1-2,-1-1,-1-1,-2-1,0 5,-2 1,4-1,1-1,0-1,4-1,-1-1,-1 0,-2-1,3 4,-1 1,-1 1,-2-2,-1-1,3-1,0-1,3 4,1 1,3 0,-2-2,3-1,-2-1,-2 3,1 1,-2 0,3-2,-1-1,-3 4,2 0,4-1,-1-1,-3-2,-3-1,-2-1,-3-1,3 0,0 0,4-1,1 6,-2 0,-3 1,-1-2,-3-1,0-1,3 0,1-2,0 0,-2 0,0 0,-2-1,0 1,-2 0,1 0,-1 0,0 0,-9 0,-11 0,-12 0,-10 0,-5 0,-5 0,-2 0,-1 0,1 0,-1 0,1 0,1 0,0 0,0 0,1 0,-1 0,-3 0,-3 0,1 0,1 0,-3 0,0 0,-4 0,0 0,-1 0,-5 0,-3 0,2 0,0 0,-2 0,-2 0,-6 0,-2 0,3 0,-2-5,-1 0,1-1,0 1,2 2,-5 1,0 1,0 1,1 0,2 0,-3 0,-1 0,6 0,2 1,2-1,0 0,0 0,3 0,1 0,0 0,2 0,5 0,0 0,2 0,2 0,4 0,2 0,-4 0,1 0,0 0,1 0,2 0,1 0,1 0,10 0,11 0,12 0,10 0,6 0,3 0,3 0,1-5,0-1,-1 0,0 1,-1 2,0 1,0 0,0-2,4-2,1 0,0 2,-1 1,-1 1,-2 1,0 1,-2-5,5 0,2-1,-1 2,-2 1,4 1,1-4,3 0,-1 1,3-4,3 0,0 1,0 3,3-3,2 0,2 1,-3 3,-1-4,-3 0,0 2,1 1,3 2,2 1,-3 1,0 1,-3-4,-1-2,-2 1,1 0,2 2,-1 1,-4 1,-4 1,2 0,-1 0,-2-4,-2-2,-2 1,-1 0,-1 2,-1 1,0 1,0-4,0-1,-8 1,-13 1,-11 1,-9 1,-7 1,-4 1,-1 0,-2 0,0 0,0 0,2 0,-1 1,1-1,1 0,-5 0,-2 0,-3 0,-1 0,1 0,3 0,-2 0,-4 0,-1 0,-1 0,1 0,-2 0,3 0,-2 0,-3 0,2 0,-1 0,2 0,-6 0,-3 0,2 0,1 0,3 0,0 0,3 0,0 0,-2 0,1 0,0 0,1 0,4 0,4 0,2 0,3 0,1 0,1 0,-4 0,-2 0,0 0,2 0,0 0,2 0,1 0,0 0,0 0,10 0,11 0,13 4,8 2,7 0,4-2,2 0,0-2,1-1,-1-1,0 0,0 0,-1 0,-1-1,5 1,2 0,-1 0,3 0,1 0,-2 0,-2 4,-2 2,3 0,0-1,4-2,0-1,3-1,-2-1,3 5,-2 1,2-1,3-1,3-1,2-1,-3-1,1 0,0-1,2-1,1 1,2 0,0 0,1 0,-5 4,0 2,-1 0,-3-1,0-2,-3 4,0 0,-2-1,-3-1,1-2,-1-1,2-2,0 1,-3-2,-3 1,-2 0,-1 0,-2-1,-1 1,0 0,0 0,0 5,0 1,0-1,1 0,-1-2,-8-1,-13-1,-11 0,-9-1,-7-1,-3 1,-3 0,-1 0,0 0,1-1,0 1,1 0,-5 0,0 0,-1 0,2 0,-3 0,-5 0,0 0,-2 0,-4 0,2 0,-1 0,-7 0,-3 0,-2 0,0-4,0-2,-3 0,-2 2,-3 1,-4 1,0 0,-2 2,-2-4,-3-2,-6-4,-3-1,-1 2,1 3,1 1,1-2,1 0,1 1,1-3,-5 1,3 1,-3 1,5 3,-3 1,3-3,7-1,2 0,-1-2,3-1,3 2,5 1,-1 3,0-4,2 0,6 2,4-4,5 0,1 1,4 2,-1 3,2 1,-2 1,2 1,3 0,2 0,3 1,6-5,4-2,-1 1,9 0,10 2,11 1,7 1,6 0,4 1,2 0,1 1,-1-1,0 0,0 0,-1 0,4 0,2 0,-1 0,-1 0,3 0,1 0,-2 0,-2 0,4 0,3 0,6 0,-1 0,1 0,3 0,1 0,3 0,5 0,3 0,0 0,-1 0,3 0,0 0,-1 0,7 0,1 0,3 0,2 0,-1 0,4 0,-2 0,1 0,5 0,2 5,-3 1,-2 4,0 1,4-2,-2-2,-2-3,5-1,2 3,-5 4,-2 2,0-3,-5-1,-1-3,1 2,-3 0,1-1,1 3,-6-1,-6 0,-3-3,-3-2,-1-1,-5-1,-1 3,0 2,-3-1,0 0,-3-3,-3 0,-4-1,-3 0,-2-2,-1 1,-1 0,-10 0,-11 0,-11 0,-10-1,-6 1,-4 0,-2 0,0 0,-6 0,0 0,-4 0,0 0,2 0,-2 0,2 0,-4 0,-2 0,1 0,-7 0,1 0,0 0,-2 0,-1 0,-6 0,-3 0,-3 0,-2 0,-3 0,2 0,-3-4,-7-2,0 0,-1 2,-1-4,-1 0,0-3,-1 0,0 2,-5 3,-2 2,1-3,-4 0,1 1,1-2,1-1,3 2,2 2,5 1,3-2,-1-1,4 1,5 1,4 2,-1 1,2-3,5-1,4 0,6 2,2 1,3 1,4 2,4-1,3 1,1 1,11-1,12 0,12 0,9 0,6 0,4 0,2 0,1 0,0 0,0 0,-2 0,1 0,-1 0,-1 0,1 0,-1 0,1 0,-1 0,0 0,5 0,2 0,-1 0,-1 0,-1 0,3 0,0 0,0 0,2 0,1 0,-2 0,2 0,0 0,-2 0,2 0,0 0,3 0,-2 0,3 0,-1 0,-3 5,2 1,-2-1,3 0,-1-2,1-1,0 4,1 1,-1-1,2-2,-2-1,2-1,2-1,-1-1,-3 0,-4 0,-4 0,-2 0,-1-1,-2 6,5 1,0-1,1 0,-2-2,0-1,-2-1,-1 0,0-1,0-1,-10 1,-12 0,-11 0,-9 0,-3 4,-2 2,-2-1,-2 0,-1-2,-2-1,1-1,-1 0,0-1,-5 0,0-1,-5 1,0 0,1 0,3 0,-2 0,0 0,2 0,-3 0,-4 0,-4 0,-4 0,-3 0,-1 0,3 0,2 0,-2 0,0 0,4 0,-1 0,0 0,-2 0,-2 0,4 0,0 0,-1 0,3 0,0 0,3-5,-1-1,3 1,3 0,3 2,3 1,-2 1,-1 0,1 1,2 0,1-4,1-1,-4-1,0 2,0 1,1 1,10 1,14 0,12 1,10 0,2-4,3-2,2 0,3 1,1 2,0 1,1 1,0 1,0 0,0 0,0 0,-1 0,1 0,-1 1,1-1,-1 0,1 0,-1 0,0 0,5 0,2 0,-1 0,3 0,1 0,3 0,-1 0,2 0,4 0,3 0,2 0,2 0,2 0,0 0,-4 0,-1 0,4 0,3 0,1 0,-1 0,0 0,4 0,-3 0,-3 0,-1 0,4 0,2 0,0 0,-2 0,0 0,-1 0,-1 0,-1 0,-5 0,-1 0,0 0,-3 0,-1 0,-2 0,0 0,-2 0,-3 0,-4 0,-2 0,-2 0,-1 0,-1 0,0 0,0 0,-9 0,-12 0,-11 0,-10 0,-5 0,-5 0,-2 0,-1 0,1 0,-1 0,1-5,1-1,0 1,0 0,-4 2,-1 1,-5 1,0-4,-2-1,0 0,-2 2,-3 1,-3-3,-3-1,-6 1,-2-3,-1 0,1-3,1 1,-3 2,-5 2,-5 3,1-3,-2 0,-2 1,2-3,0 1,-1 0,-3 3,-1-3,-6 0,1 2,2-3,1 0,-1-3,1 1,4 2,5 3,2 2,2-3,4 0,3 2,3 0,1 3,1 0,5 1,2 1,4 0,4 1,5-1,4 0,1 0,2 1,9-1,12 0,12 0,9 0,6 0,4 0,2 0,1 0,0 0,-1 4,0 2,-1 0,0-2,0 0,-1-2,5 3,1 1,5 0,0 3,3 0,-1-2,2-1,3-3,-2 4,2-1,-3 0,1-1,2-3,3 5,-2-1,4 0,4-2,5 4,-2 0,-1-1,-2-2,4-2,2 3,-1 1,-1-1,-2 3,0 0,3-2,2-2,-2-1,0-2,2-1,1-1,-2 4,-1 1,3 5,-1 0,0-1,-2-3,-2-1,-2-3,0-1,-1 4,-1 1,-3-1,-3-1,6 4,-3-1,1 0,-1-2,-3-1,-1-2,-3-1,-4-1,-5 0,-3-1,2 1,1 0,-1-1,-2 1,-1 0,-2 0,1 0,-2 0,1 0,-10 0,-12 0,-11 0,-9 0,-7 0,-4 0,-2 0,-1 0,1 0,-1 0,1 0,1 0,0 0,0 0,1 0,-5 0,-6 0,-1 0,-8 0,-4 0,-13 0,-8 0,-2 0,7 0,2-5,-11-1,-2 0,-1 2,4 0,5-2,-4-1,2-4,4 0,-5 3,-3 1,2 3,-1 2,4 1,5-3,0-2,-3 1,1 1,-1 1,2-3,3-1,4 1,2 1,6 2,4 1,0 2,3-1,1 1,3 1,4-5,3-2,-1 0,0 2,2 1,1 1,11 1,14 0,11 1,10 0,7 1,4-1,2 0,1 0,0 0,0 0,-2 0,1 0,-1 0,0 0,-1 0,0 0,1 0,-1 0,5 0,1 0,0 0,4 0,0 0,-2 0,7 0,1 0,3 0,2 0,2 0,11 5,9 1,1-1,-2 0,1-2,-2 4,-4 0,2-1,2-2,4-1,-2-1,6-1,-1 4,1 1,5-1,-2-1,0 4,-1-1,1 0,0-2,-4-2,4-1,-4 3,1 1,0 5,1-1,-8-1,-2-3,2-1,-3-3,-2-1,-4-1,-2 4,2 2,0-1,-5 4,-3 0,-1-2,0-1,-5-3,-4-1,-5-1,0-1,-2 0,-2 0,-1-1,-2 1,-2 0,0 0,-10 0,-12 0,-11 0,-9 0,-7 0,-4 0,-2 0,-1 0,0 0,1 0,0 0,0 0,1 4,1 2,-5 0,-2-2,-3 0,-1-2,-3-1,-4-1,-2 0,-4 0,-2 0,4-1,1 1,-6 0,-6 0,1 0,-2 0,-5 0,0 0,-2 0,-4 0,1-5,-5 0,-3-1,2 1,-3 2,-3 1,0 1,-4-4,-2-1,-3 1,5-4,-1 0,-4 1,-5-2,1 1,3 1,4 2,3 2,3 2,6 2,2 0,6 0,0-4,2-2,0 1,6 1,4 1,8 1,2 1,1 0,3 1,4 1,4-1,4 0,2 0,10 0,13 0,12 0,9 0,6 0,4 0,2 0,1 0,0 0,0 0,-2 0,5 0,1 0,0 0,-2 0,-2 0,0 0,-2 0,0 0,4 0,1 0,0 0,-2 0,5 0,-1 0,4 0,-1 0,3 0,-1 0,2 0,2 0,4 0,3 0,-4 0,5 0,3 0,0 0,1 0,4 0,-3 0,-2 0,3 0,1 0,-1 0,-1 0,4 0,5 0,-4 0,1 0,4 0,-1 0,2 0,-1 0,-2 0,-5 0,3 0,3 0,-4 0,1 0,3 0,0 0,-3 0,3 0,-2 0,-2 0,-3 0,-1 0,-3 0,0 0,-2 0,1 0,-5 0,-6 0,-1 0,-3 0,1 0,-2 0,2 0,-1 0,-3 0,-2 0,-3 0,-2 0,0 0,-11 0,-12 0,-11 0,-10 0,-6 0,-4 0,-2 0,-1 0,0 0,-4 0,-1 0,1 0,2 0,-4 0,1 0,-4 0,-4 0,-4 0,2 0,-1 0,-2 0,-7 0,-2 5,-1 1,-1-1,-2 0,-2-2,-2-1,-5-1,-3 0,-4-1,2 0,1-1,-6 1,-2 0,-6 0,-2-5,1-1,-2 1,4 0,0-3,1 0,0-3,3 0,0 2,-2 3,-2 2,5 2,4 1,5 1,1 0,0 1,2-5,5-2,3 1,-1 0,6 2,3 1,2 1,4 1,2 0,4 0,5 0,3 0,3 0,3 1,9-1,14 0,10 0,10 0,6 0,5 0,1 0,1 0,0 0,-1 0,0 0,-1 0,0 0,0 0,-1 0,0 0,1 0,-1 0,1 0,-1 0,0 0,1 0,4 0,1 0,5 0,0 0,3 0,3 0,4 0,3 0,2 0,0 0,-3 0,4 0,0 0,6 0,-2 0,1 0,6 0,0 0,-2 0,3 0,3 0,-1 0,2 0,-2 4,-3 2,1 0,2-2,0 4,-3 0,1-1,-2-2,3-2,3-1,-6-1,-4 3,1 2,4-1,0 0,-6-3,0 0,-5-1,-3 0,4-1,-3-1,-5 1,-2 0,-4 0,-4 0,-4-1,-2 1,-3 0,0 0,-2 0,1 0,0 0,-10 0,-11 0,-11 0,-9 0,-6 0,-5 0,-2 0,-5 0,-6 0,-2 0,3 0,3 0,-2 0,-3 0,0 0,-1 0,-4 0,-2 0,-3 0,-1-4,-7-2,-1 0,0 2,-4 1,-4-4,0 0,-2-3,-7-1,0 2,-5-2,-2 1,4-2,-3 0,-5-2,3 2,-2 2,-4-1,-6-3,1 0,-1-1,-3 1,2 4,-1-2,-1 2,7-2,-3 0,-4-1,-3 1,7 2,2 4,3 2,-1-3,1 1,3-4,2 0,3 2,5 2,3 2,5 1,1 3,2-5,5-1,2-3,3-1,7 1,2 3,5 2,4 1,6 2,2 1,3 0,1 1,0-1,10 0,11 1,12-1,8 0,7 0,4-5,2-1,1 0,-1 1,1 2,-1 1,-1 1,0 0,-1-3,1-2,-1 1,1 0,-1 2,0-3,1-1,-1 1,1 1,-5 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5T14:01:42.0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30 664 24575,'0'2'0,"0"-1"0,-1 0 0,1 0 0,-1 1 0,1-1 0,-1 0 0,0 0 0,1 0 0,-1 0 0,0 0 0,0 0 0,0 0 0,0 0 0,1 0 0,-2-1 0,1 1 0,0 0 0,0 0 0,-1 0 0,-12 12 0,14-12 0,0 0 0,0 0 0,0 0 0,0 0 0,1-1 0,-1 1 0,0 0 0,0 0 0,1 0 0,-1-1 0,0 1 0,1 0 0,-1 0 0,1-1 0,-1 1 0,1 0 0,-1-1 0,1 1 0,-1-1 0,1 1 0,0-1 0,-1 1 0,1-1 0,0 1 0,-1-1 0,1 1 0,1-1 0,11 8 0,0 0 0,1-1 0,0-1 0,1 0 0,21 5 0,79 14 0,-110-25 0,187 44-164,-64-18-686,-72-16 688,42 4-501,33 7-380,-43-2 1043,114 10 0,-127-22 0,68 8 0,-47-6-174,-61-7 164,61 12 0,-74-10 400,0-1 0,1-1 0,26-2 0,-28 0-86,-1 0-1,0 2 0,0 0 0,26 6 0,-6 0-303,1-1 0,-1-3 0,1-1 0,0-2 0,42-5 0,12 2 0,276 2 0,-342-2 0,0-1 0,0-2 0,46-12 0,-39 8 0,57-7 0,-9 2 0,-53 8 0,39-2 0,-40 5 0,33-7 0,29-3 0,8-1 0,-68 9 0,48-3 0,-57 6 0,0-1 0,22-5 0,-21 3 0,45-4 0,-20 9 0,-35 2 0,1-2 0,-1 0 0,0-1 0,1 0 0,-1-1 0,0-1 0,0 0 0,0-1 0,23-9 0,-20 5 0,1 1 0,1 1 0,-1 1 0,36-6 0,-14 3 0,-19 4 0,0 2 0,28-1 0,-29 3 0,-1-1 0,0-1 0,24-6 0,110-24 0,-137 28 0,-5 2 0,1-1 0,-1 0 0,0-1 0,11-5 0,-17 6 0,-1 1 0,0-1 0,0 0 0,0 0 0,-1 0 0,1-1 0,-1 0 0,1 1 0,-1-1 0,-1 0 0,1 0 0,0-1 0,1-4 0,0 0 0,-1 0 0,0-1 0,-1 1 0,0-1 0,0 0 0,-1 0 0,0 0 0,-1 0 0,0 0 0,-1 0 0,0 1 0,0-1 0,-4-13 0,-5-14 0,-2 0 0,-17-36 0,28 69 0,-1-1 0,-1 0 0,0 0 0,0 0 0,0 0 0,0 0 0,-1 0 0,1 1 0,-1 0 0,-1 0 0,1 0 0,0 0 0,-1 0 0,0 1 0,0 0 0,0 0 0,0 1 0,0-1 0,-8-2 0,4 3 0,0 0 0,0 0 0,0 1 0,0 0 0,0 1 0,0 0 0,0 0 0,-1 1 0,1 0 0,0 1 0,-10 2 0,-40 11 0,-89 29 0,-63 36 0,121-48 0,-101 21 0,186-51 0,-29 4 0,-1-2 0,1-1 0,-1-1 0,-52-6 0,4 2 0,-393 2 0,455-1 0,0-2 0,-40-8 0,4-1 0,-54-12 0,81 16 0,0 1 0,-1 1 0,-56-2 0,51 7 0,0-1 0,-52-10 0,25 4 0,0 3 0,-120 6 0,69 1 0,78-2 0,-21 1 0,1-3 0,-86-13 0,81 7 0,-1 3 0,1 2 0,-63 6 0,8 0 0,6-5 0,-124 4 0,97 21 0,90-16 0,0 2 0,-50 16 0,56-14 0,24-7 0,1 1 0,-1 0 0,1 1 0,1 1 0,-1 1 0,-19 13 0,34-20 0,1-1 0,-1 0 0,1 0 0,0 1 0,-1-1 0,1 0 0,0 0 0,-1 1 0,1-1 0,0 1 0,-1-1 0,1 0 0,0 1 0,0-1 0,0 0 0,-1 1 0,1-1 0,0 1 0,0-1 0,0 1 0,0-1 0,0 1 0,0-1 0,0 0 0,0 1 0,0-1 0,0 1 0,0-1 0,0 1 0,0-1 0,0 1 0,14 10 0,30 2 0,-34-10 0,16 2 0,-1 0 0,1-1 0,27-1 0,-31-2 0,0 1 0,1 1 0,-1 0 0,40 13 0,-44-10 0,1 0 0,-1-2 0,1 0 0,31 2 0,78-5 0,-88-3 0,0 2 0,65 10 0,34 3 0,-76-9 0,18 8 0,-51-6 0,43 1 0,202-6 0,-127-2 0,-133 2 0,1 0 0,0 2 0,22 5 0,-20-3 0,0-1 0,19 1 0,74-5 0,-77-1 0,0 1 0,-1 2 0,48 8 0,-16-1 0,-1-2 0,2-3 0,94-6 0,-40-1 0,-114 4 0,-1-1 0,1-1 0,0 1 0,-1-1 0,0 0 0,1 0 0,-1-1 0,1 1 0,-1-1 0,0 0 0,0-1 0,8-5 0,-7 4 0,-2 0 0,1-1 0,0 0 0,-1 0 0,0 0 0,0-1 0,-1 0 0,0 1 0,0-1 0,4-9 0,78-164 0,-75 164 0,1 1 0,0 0 0,1 0 0,1 2 0,0-1 0,1 2 0,27-19 0,-16 11 0,31-29 0,-32 25 0,1 0 0,1 2 0,1 1 0,35-20 0,-34 24 0,-8 3 0,1 1 0,43-17 0,-41 21 0,1 1 0,-1 0 0,2 2 0,-1 1 0,43-2 0,-45 4 0,0 0 0,30-8 0,0 0 0,-61 9 0,-1 0 0,1 0 0,-1-1 0,-12-4 0,-41-7 0,-248 8-545,171 7 381,47-3 164,-106 3 0,101 10 0,55-5 0,-55 1 0,70-7 0,-52 10 0,50-5 0,-42 1 0,42-4 0,-46 8 0,47-5 0,-48 2 0,45-6 0,-41 9 0,42-6 0,-45 3 0,47-7 236,0 1 1,-55 11-1,51-8-236,1-1 0,0-2 0,-1-1 0,-35-3 0,-67 2 0,104 5 0,0 1 0,-41 13 0,-8 2 0,-156 33 0,216-51 0,-24 5 0,-67 20 0,93-19 0,18-9 0,0 1 0,0-1 0,1 0 0,-1 0 0,0 1 0,0-1 0,0 0 0,0 0 0,0 1 0,1-1 0,-1 0 0,0 0 0,0 0 0,0 1 0,1-1 0,-1 0 0,0 0 0,0 0 0,0 0 0,1 0 0,-1 1 0,0-1 0,0 0 0,1 0 0,-1 0 0,0 0 0,1 0 0,-1 0 0,0 0 0,0 0 0,1 0 0,-1 0 0,0 0 0,1 0 0,41 2 0,-38-2 0,1964-2 0,-2023 2 0,-1 2 0,-75 12 0,69-6 0,-1-3 0,-121-5 0,69-2 0,113 2 0,-32 0 0,-1 0 0,1-3 0,-56-10 0,-68-14 0,133 22 0,0 2 0,-42 0 0,40 2 0,1 0 0,-32-7 0,-42-5 331,67 10-1179,-56-13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7998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3.xml"/><Relationship Id="rId5" Type="http://schemas.openxmlformats.org/officeDocument/2006/relationships/image" Target="../media/image10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customXml" Target="../ink/ink5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.xml"/><Relationship Id="rId5" Type="http://schemas.openxmlformats.org/officeDocument/2006/relationships/image" Target="../media/image17.png"/><Relationship Id="rId4" Type="http://schemas.openxmlformats.org/officeDocument/2006/relationships/customXml" Target="../ink/ink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customXml" Target="../ink/ink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13.xml"/><Relationship Id="rId11" Type="http://schemas.openxmlformats.org/officeDocument/2006/relationships/image" Target="../media/image27.png"/><Relationship Id="rId5" Type="http://schemas.openxmlformats.org/officeDocument/2006/relationships/image" Target="../media/image24.png"/><Relationship Id="rId10" Type="http://schemas.openxmlformats.org/officeDocument/2006/relationships/customXml" Target="../ink/ink15.xml"/><Relationship Id="rId4" Type="http://schemas.openxmlformats.org/officeDocument/2006/relationships/customXml" Target="../ink/ink12.xml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241352"/>
            <a:ext cx="537960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ПОВЕСТВОВАТЕЛЬНЫЙ ДИЗАЙН В VR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837724" y="2689027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Пояснительная Записка к VR-Игре «Баскетбол»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37724" y="4456033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Создание простого, но захватывающего интерактивного опыта на платформе Varwin. Этот документ описывает концепцию, цели и техническую реализацию минималистичной игры, фокусируясь на интуитивности и физической точности.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07187"/>
            <a:ext cx="1230630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Актуальность и Философия Минимализма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489954"/>
            <a:ext cx="12954952" cy="3397210"/>
          </a:xfrm>
          <a:prstGeom prst="roundRect">
            <a:avLst>
              <a:gd name="adj" fmla="val 2959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344" y="2497574"/>
            <a:ext cx="4313158" cy="3381970"/>
          </a:xfrm>
          <a:prstGeom prst="roundRect">
            <a:avLst>
              <a:gd name="adj" fmla="val 2973"/>
            </a:avLst>
          </a:prstGeom>
          <a:solidFill>
            <a:srgbClr val="F0D4F7"/>
          </a:solidFill>
          <a:ln/>
        </p:spPr>
      </p:sp>
      <p:sp>
        <p:nvSpPr>
          <p:cNvPr id="5" name="Text 3"/>
          <p:cNvSpPr/>
          <p:nvPr/>
        </p:nvSpPr>
        <p:spPr>
          <a:xfrm>
            <a:off x="1084659" y="2736890"/>
            <a:ext cx="3475434" cy="84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Доступность Платформы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84659" y="3725108"/>
            <a:ext cx="3475434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Использование базовых возможностей бесплатных версий современных VR-платформ, таких как Varwin.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158502" y="2497574"/>
            <a:ext cx="4313277" cy="3381970"/>
          </a:xfrm>
          <a:prstGeom prst="rect">
            <a:avLst/>
          </a:prstGeom>
          <a:solidFill>
            <a:srgbClr val="F0D4F7"/>
          </a:solidFill>
          <a:ln/>
        </p:spPr>
      </p:sp>
      <p:sp>
        <p:nvSpPr>
          <p:cNvPr id="8" name="Shape 6"/>
          <p:cNvSpPr/>
          <p:nvPr/>
        </p:nvSpPr>
        <p:spPr>
          <a:xfrm>
            <a:off x="5158502" y="2497574"/>
            <a:ext cx="30480" cy="3381970"/>
          </a:xfrm>
          <a:prstGeom prst="roundRect">
            <a:avLst>
              <a:gd name="adj" fmla="val 329856"/>
            </a:avLst>
          </a:prstGeom>
          <a:solidFill>
            <a:srgbClr val="D6BADD"/>
          </a:solidFill>
          <a:ln/>
        </p:spPr>
      </p:sp>
      <p:sp>
        <p:nvSpPr>
          <p:cNvPr id="9" name="Text 7"/>
          <p:cNvSpPr/>
          <p:nvPr/>
        </p:nvSpPr>
        <p:spPr>
          <a:xfrm>
            <a:off x="5756910" y="2736890"/>
            <a:ext cx="3116461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Основа на Физике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756910" y="3302794"/>
            <a:ext cx="3116461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Фокус на базовом взаимодействии: физика объектов, захват контроллерами и визуальная/звуковая обратная связь.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4859298" y="3889296"/>
            <a:ext cx="598408" cy="598408"/>
          </a:xfrm>
          <a:prstGeom prst="roundRect">
            <a:avLst>
              <a:gd name="adj" fmla="val 1680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8840" y="4038838"/>
            <a:ext cx="299204" cy="29920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471779" y="2497574"/>
            <a:ext cx="4313277" cy="3381970"/>
          </a:xfrm>
          <a:prstGeom prst="rect">
            <a:avLst/>
          </a:prstGeom>
          <a:solidFill>
            <a:srgbClr val="F0D4F7"/>
          </a:solidFill>
          <a:ln/>
        </p:spPr>
      </p:sp>
      <p:sp>
        <p:nvSpPr>
          <p:cNvPr id="14" name="Shape 11"/>
          <p:cNvSpPr/>
          <p:nvPr/>
        </p:nvSpPr>
        <p:spPr>
          <a:xfrm>
            <a:off x="9471779" y="2497574"/>
            <a:ext cx="30480" cy="3381970"/>
          </a:xfrm>
          <a:prstGeom prst="roundRect">
            <a:avLst>
              <a:gd name="adj" fmla="val 329856"/>
            </a:avLst>
          </a:prstGeom>
          <a:solidFill>
            <a:srgbClr val="D6BADD"/>
          </a:solidFill>
          <a:ln/>
        </p:spPr>
      </p:sp>
      <p:sp>
        <p:nvSpPr>
          <p:cNvPr id="15" name="Text 12"/>
          <p:cNvSpPr/>
          <p:nvPr/>
        </p:nvSpPr>
        <p:spPr>
          <a:xfrm>
            <a:off x="10070187" y="2736890"/>
            <a:ext cx="3475553" cy="84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Оригинальность в Простоте</a:t>
            </a:r>
            <a:endParaRPr lang="en-US" sz="2650" dirty="0"/>
          </a:p>
        </p:txBody>
      </p:sp>
      <p:sp>
        <p:nvSpPr>
          <p:cNvPr id="16" name="Text 13"/>
          <p:cNvSpPr/>
          <p:nvPr/>
        </p:nvSpPr>
        <p:spPr>
          <a:xfrm>
            <a:off x="10070187" y="3725108"/>
            <a:ext cx="347555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Минимализм: игра не требует инструкций, настроек или сложного пользовательского интерфейса, обеспечивая мгновенную понятность.</a:t>
            </a:r>
            <a:endParaRPr lang="en-US" sz="1850" dirty="0"/>
          </a:p>
        </p:txBody>
      </p:sp>
      <p:sp>
        <p:nvSpPr>
          <p:cNvPr id="17" name="Shape 14"/>
          <p:cNvSpPr/>
          <p:nvPr/>
        </p:nvSpPr>
        <p:spPr>
          <a:xfrm>
            <a:off x="9172575" y="3889296"/>
            <a:ext cx="598408" cy="598408"/>
          </a:xfrm>
          <a:prstGeom prst="roundRect">
            <a:avLst>
              <a:gd name="adj" fmla="val 1680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22118" y="4038838"/>
            <a:ext cx="299204" cy="29920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7724" y="6156365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Цель — предложить расслабляющую, интуитивную активность: тренировку бросков в виртуальном пространстве, доступную сразу и без лишних сложностей.</a:t>
            </a:r>
            <a:endParaRPr lang="en-US" sz="18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0" name="Рукописный ввод 19">
                <a:extLst>
                  <a:ext uri="{FF2B5EF4-FFF2-40B4-BE49-F238E27FC236}">
                    <a16:creationId xmlns:a16="http://schemas.microsoft.com/office/drawing/2014/main" id="{A0550D75-3035-09D5-2DD5-52661A91B5F3}"/>
                  </a:ext>
                </a:extLst>
              </p14:cNvPr>
              <p14:cNvContentPartPr/>
              <p14:nvPr/>
            </p14:nvContentPartPr>
            <p14:xfrm>
              <a:off x="12875295" y="7836465"/>
              <a:ext cx="1614240" cy="279720"/>
            </p14:xfrm>
          </p:contentPart>
        </mc:Choice>
        <mc:Fallback>
          <p:pic>
            <p:nvPicPr>
              <p:cNvPr id="20" name="Рукописный ввод 19">
                <a:extLst>
                  <a:ext uri="{FF2B5EF4-FFF2-40B4-BE49-F238E27FC236}">
                    <a16:creationId xmlns:a16="http://schemas.microsoft.com/office/drawing/2014/main" id="{A0550D75-3035-09D5-2DD5-52661A91B5F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12655" y="7773825"/>
                <a:ext cx="1739880" cy="40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152049"/>
            <a:ext cx="689883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Ключевая Цель Проекта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2215039"/>
            <a:ext cx="7468553" cy="281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0"/>
              </a:lnSpc>
              <a:buNone/>
            </a:pPr>
            <a:r>
              <a:rPr lang="en-US" sz="88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Свободная Тренировка</a:t>
            </a:r>
            <a:endParaRPr lang="en-US" sz="8850" dirty="0"/>
          </a:p>
        </p:txBody>
      </p:sp>
      <p:sp>
        <p:nvSpPr>
          <p:cNvPr id="5" name="Text 2"/>
          <p:cNvSpPr/>
          <p:nvPr/>
        </p:nvSpPr>
        <p:spPr>
          <a:xfrm>
            <a:off x="6683097" y="5659279"/>
            <a:ext cx="7109579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Создать простую, интуитивно понятную VR-игру для одного игрока, где можно свободно тренировать броски в баскетбольное кольцо и проводить время без ограничений.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6324124" y="5390078"/>
            <a:ext cx="30480" cy="1687473"/>
          </a:xfrm>
          <a:prstGeom prst="rect">
            <a:avLst/>
          </a:prstGeom>
          <a:solidFill>
            <a:srgbClr val="BE49DF"/>
          </a:solidFill>
          <a:ln/>
        </p:spPr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CB55E876-FB90-B8EE-6402-BBFF1A87E2C5}"/>
                  </a:ext>
                </a:extLst>
              </p14:cNvPr>
              <p14:cNvContentPartPr/>
              <p14:nvPr/>
            </p14:nvContentPartPr>
            <p14:xfrm rot="-1037399">
              <a:off x="13262587" y="7606934"/>
              <a:ext cx="1140256" cy="587222"/>
            </p14:xfrm>
          </p:contentPart>
        </mc:Choice>
        <mc:Fallback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CB55E876-FB90-B8EE-6402-BBFF1A87E2C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-1037399">
                <a:off x="13199940" y="7543927"/>
                <a:ext cx="1265911" cy="712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0CD48E78-6F64-DD37-454C-714E0F7DE728}"/>
                  </a:ext>
                </a:extLst>
              </p14:cNvPr>
              <p14:cNvContentPartPr/>
              <p14:nvPr/>
            </p14:nvContentPartPr>
            <p14:xfrm>
              <a:off x="12961335" y="7809630"/>
              <a:ext cx="1491120" cy="259560"/>
            </p14:xfrm>
          </p:contentPart>
        </mc:Choice>
        <mc:Fallback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0CD48E78-6F64-DD37-454C-714E0F7DE72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898335" y="7746630"/>
                <a:ext cx="1616760" cy="38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0672" y="479822"/>
            <a:ext cx="6854666" cy="513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Задачи Технической Реализации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0672" y="1341953"/>
            <a:ext cx="13409057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Для достижения цели необходимо решить ряд четких технических и дизайнерских задач, ориентированных на функциональность и простоту.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10672" y="1817370"/>
            <a:ext cx="13409057" cy="1046917"/>
          </a:xfrm>
          <a:prstGeom prst="roundRect">
            <a:avLst>
              <a:gd name="adj" fmla="val 700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3532" y="1840230"/>
            <a:ext cx="697944" cy="1001197"/>
          </a:xfrm>
          <a:prstGeom prst="roundRect">
            <a:avLst>
              <a:gd name="adj" fmla="val 6570"/>
            </a:avLst>
          </a:prstGeom>
          <a:solidFill>
            <a:srgbClr val="F0D4F7"/>
          </a:solidFill>
          <a:ln/>
        </p:spPr>
      </p:sp>
      <p:sp>
        <p:nvSpPr>
          <p:cNvPr id="6" name="Text 4"/>
          <p:cNvSpPr/>
          <p:nvPr/>
        </p:nvSpPr>
        <p:spPr>
          <a:xfrm>
            <a:off x="847844" y="2177177"/>
            <a:ext cx="261699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505903" y="2014657"/>
            <a:ext cx="2353389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Размещение Объектов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5903" y="2375892"/>
            <a:ext cx="12316539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Разместить в сцене баскетбольное кольцо и один или несколько мячей в доступной для игрока зоне.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0672" y="3038713"/>
            <a:ext cx="13409057" cy="1046917"/>
          </a:xfrm>
          <a:prstGeom prst="roundRect">
            <a:avLst>
              <a:gd name="adj" fmla="val 700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3532" y="3061573"/>
            <a:ext cx="697944" cy="1001197"/>
          </a:xfrm>
          <a:prstGeom prst="roundRect">
            <a:avLst>
              <a:gd name="adj" fmla="val 6570"/>
            </a:avLst>
          </a:prstGeom>
          <a:solidFill>
            <a:srgbClr val="F0D4F7"/>
          </a:solidFill>
          <a:ln/>
        </p:spPr>
      </p:sp>
      <p:sp>
        <p:nvSpPr>
          <p:cNvPr id="11" name="Text 9"/>
          <p:cNvSpPr/>
          <p:nvPr/>
        </p:nvSpPr>
        <p:spPr>
          <a:xfrm>
            <a:off x="847844" y="3398520"/>
            <a:ext cx="261699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2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1505903" y="3236000"/>
            <a:ext cx="2660333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Взаимодействие с Мячом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5903" y="3597235"/>
            <a:ext cx="12316539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Обеспечить возможность игроку физически брать мяч, перемещать его и совершать бросок с помощью VR-контроллеров.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0672" y="4260056"/>
            <a:ext cx="13409057" cy="1046917"/>
          </a:xfrm>
          <a:prstGeom prst="roundRect">
            <a:avLst>
              <a:gd name="adj" fmla="val 700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3532" y="4282916"/>
            <a:ext cx="697944" cy="1001197"/>
          </a:xfrm>
          <a:prstGeom prst="roundRect">
            <a:avLst>
              <a:gd name="adj" fmla="val 6570"/>
            </a:avLst>
          </a:prstGeom>
          <a:solidFill>
            <a:srgbClr val="F0D4F7"/>
          </a:solidFill>
          <a:ln/>
        </p:spPr>
      </p:sp>
      <p:sp>
        <p:nvSpPr>
          <p:cNvPr id="16" name="Text 14"/>
          <p:cNvSpPr/>
          <p:nvPr/>
        </p:nvSpPr>
        <p:spPr>
          <a:xfrm>
            <a:off x="847844" y="4619863"/>
            <a:ext cx="261699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3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1505903" y="4457343"/>
            <a:ext cx="2052876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Регистрация Гола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5903" y="4818578"/>
            <a:ext cx="12316539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Реализовать точное распознавание попадания мяча в кольцо, исключая ложные срабатывания.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0672" y="5481399"/>
            <a:ext cx="13409057" cy="1046917"/>
          </a:xfrm>
          <a:prstGeom prst="roundRect">
            <a:avLst>
              <a:gd name="adj" fmla="val 700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532" y="5504259"/>
            <a:ext cx="697944" cy="1001197"/>
          </a:xfrm>
          <a:prstGeom prst="roundRect">
            <a:avLst>
              <a:gd name="adj" fmla="val 6570"/>
            </a:avLst>
          </a:prstGeom>
          <a:solidFill>
            <a:srgbClr val="F0D4F7"/>
          </a:solidFill>
          <a:ln/>
        </p:spPr>
      </p:sp>
      <p:sp>
        <p:nvSpPr>
          <p:cNvPr id="21" name="Text 19"/>
          <p:cNvSpPr/>
          <p:nvPr/>
        </p:nvSpPr>
        <p:spPr>
          <a:xfrm>
            <a:off x="847844" y="5841206"/>
            <a:ext cx="261699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4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1505903" y="5678686"/>
            <a:ext cx="2052876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Обратная Связь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5903" y="6039922"/>
            <a:ext cx="12316539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Добавить визуальную (надпись "ГОЛ!") и звуковую обратную связь при успешном попадании.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0672" y="6702742"/>
            <a:ext cx="13409057" cy="1046917"/>
          </a:xfrm>
          <a:prstGeom prst="roundRect">
            <a:avLst>
              <a:gd name="adj" fmla="val 700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3532" y="6725603"/>
            <a:ext cx="697944" cy="1001197"/>
          </a:xfrm>
          <a:prstGeom prst="roundRect">
            <a:avLst>
              <a:gd name="adj" fmla="val 6570"/>
            </a:avLst>
          </a:prstGeom>
          <a:solidFill>
            <a:srgbClr val="F0D4F7"/>
          </a:solidFill>
          <a:ln/>
        </p:spPr>
      </p:sp>
      <p:sp>
        <p:nvSpPr>
          <p:cNvPr id="26" name="Text 24"/>
          <p:cNvSpPr/>
          <p:nvPr/>
        </p:nvSpPr>
        <p:spPr>
          <a:xfrm>
            <a:off x="847844" y="7062549"/>
            <a:ext cx="261699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5</a:t>
            </a:r>
            <a:endParaRPr lang="en-US" sz="2050" dirty="0"/>
          </a:p>
        </p:txBody>
      </p:sp>
      <p:sp>
        <p:nvSpPr>
          <p:cNvPr id="27" name="Text 25"/>
          <p:cNvSpPr/>
          <p:nvPr/>
        </p:nvSpPr>
        <p:spPr>
          <a:xfrm>
            <a:off x="1505903" y="6900029"/>
            <a:ext cx="2067282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Отображение Счета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05903" y="7261265"/>
            <a:ext cx="12316539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Разработать минималистичный элемент интерфейса для отображения текущего счета попаданий.</a:t>
            </a:r>
            <a:endParaRPr lang="en-US" sz="13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9" name="Рукописный ввод 28">
                <a:extLst>
                  <a:ext uri="{FF2B5EF4-FFF2-40B4-BE49-F238E27FC236}">
                    <a16:creationId xmlns:a16="http://schemas.microsoft.com/office/drawing/2014/main" id="{4FC747D2-338F-F9D4-9AA2-CBD54BBC5EA8}"/>
                  </a:ext>
                </a:extLst>
              </p14:cNvPr>
              <p14:cNvContentPartPr/>
              <p14:nvPr/>
            </p14:nvContentPartPr>
            <p14:xfrm>
              <a:off x="12887175" y="7895865"/>
              <a:ext cx="351360" cy="115200"/>
            </p14:xfrm>
          </p:contentPart>
        </mc:Choice>
        <mc:Fallback>
          <p:pic>
            <p:nvPicPr>
              <p:cNvPr id="29" name="Рукописный ввод 28">
                <a:extLst>
                  <a:ext uri="{FF2B5EF4-FFF2-40B4-BE49-F238E27FC236}">
                    <a16:creationId xmlns:a16="http://schemas.microsoft.com/office/drawing/2014/main" id="{4FC747D2-338F-F9D4-9AA2-CBD54BBC5E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24175" y="7832865"/>
                <a:ext cx="47700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0" name="Рукописный ввод 29">
                <a:extLst>
                  <a:ext uri="{FF2B5EF4-FFF2-40B4-BE49-F238E27FC236}">
                    <a16:creationId xmlns:a16="http://schemas.microsoft.com/office/drawing/2014/main" id="{48C0FED5-1252-3F11-61FF-55E1EFDB109A}"/>
                  </a:ext>
                </a:extLst>
              </p14:cNvPr>
              <p14:cNvContentPartPr/>
              <p14:nvPr/>
            </p14:nvContentPartPr>
            <p14:xfrm>
              <a:off x="12972135" y="7847625"/>
              <a:ext cx="1516320" cy="258840"/>
            </p14:xfrm>
          </p:contentPart>
        </mc:Choice>
        <mc:Fallback>
          <p:pic>
            <p:nvPicPr>
              <p:cNvPr id="30" name="Рукописный ввод 29">
                <a:extLst>
                  <a:ext uri="{FF2B5EF4-FFF2-40B4-BE49-F238E27FC236}">
                    <a16:creationId xmlns:a16="http://schemas.microsoft.com/office/drawing/2014/main" id="{48C0FED5-1252-3F11-61FF-55E1EFDB10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09135" y="7784985"/>
                <a:ext cx="1641960" cy="384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2429" y="626150"/>
            <a:ext cx="7911941" cy="1035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Сценарий Игрового Процесса: Мгновенный Старт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102429" y="1925479"/>
            <a:ext cx="7911941" cy="28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Игра спроектирована как цикл свободных действий без необходимости обучения или навигации.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102429" y="2404943"/>
            <a:ext cx="704017" cy="1056084"/>
          </a:xfrm>
          <a:prstGeom prst="roundRect">
            <a:avLst>
              <a:gd name="adj" fmla="val 36003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22457" y="2767965"/>
            <a:ext cx="263962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6982420" y="2580918"/>
            <a:ext cx="2070735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Появление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82420" y="2945249"/>
            <a:ext cx="7031950" cy="28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Игрок появляется на простой виртуальной арене, лицом к баскетбольному кольцу.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02429" y="3637002"/>
            <a:ext cx="704017" cy="1279208"/>
          </a:xfrm>
          <a:prstGeom prst="roundRect">
            <a:avLst>
              <a:gd name="adj" fmla="val 36003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22457" y="4111585"/>
            <a:ext cx="263962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2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6982420" y="3812977"/>
            <a:ext cx="2070735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Доступ к Мячу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82420" y="4177308"/>
            <a:ext cx="7031950" cy="562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Рядом с местом старта расположена коробка с баскетбольными мячами для удобного доступа.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02429" y="5092184"/>
            <a:ext cx="704017" cy="1056084"/>
          </a:xfrm>
          <a:prstGeom prst="roundRect">
            <a:avLst>
              <a:gd name="adj" fmla="val 36003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22457" y="5455206"/>
            <a:ext cx="263962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3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6982420" y="5268158"/>
            <a:ext cx="2070735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Свободный Бросок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982420" y="5632490"/>
            <a:ext cx="7031950" cy="28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Игрок может брать мяч, свободно двигаться по арене и бросать его в кольцо.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102429" y="6324243"/>
            <a:ext cx="704017" cy="1279208"/>
          </a:xfrm>
          <a:prstGeom prst="roundRect">
            <a:avLst>
              <a:gd name="adj" fmla="val 36003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22457" y="6798826"/>
            <a:ext cx="263962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4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6982420" y="6500217"/>
            <a:ext cx="2220635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Отсутствие Лимитов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982420" y="6864548"/>
            <a:ext cx="7031950" cy="562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Игра не имеет ограничений по времени, полностью сосредоточена на тренировке бросков.</a:t>
            </a:r>
            <a:endParaRPr lang="en-US" sz="13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1" name="Рукописный ввод 20">
                <a:extLst>
                  <a:ext uri="{FF2B5EF4-FFF2-40B4-BE49-F238E27FC236}">
                    <a16:creationId xmlns:a16="http://schemas.microsoft.com/office/drawing/2014/main" id="{DA611ED3-4954-1451-6447-CBA266D8A539}"/>
                  </a:ext>
                </a:extLst>
              </p14:cNvPr>
              <p14:cNvContentPartPr/>
              <p14:nvPr/>
            </p14:nvContentPartPr>
            <p14:xfrm>
              <a:off x="12839295" y="7753305"/>
              <a:ext cx="1612800" cy="353880"/>
            </p14:xfrm>
          </p:contentPart>
        </mc:Choice>
        <mc:Fallback>
          <p:pic>
            <p:nvPicPr>
              <p:cNvPr id="21" name="Рукописный ввод 20">
                <a:extLst>
                  <a:ext uri="{FF2B5EF4-FFF2-40B4-BE49-F238E27FC236}">
                    <a16:creationId xmlns:a16="http://schemas.microsoft.com/office/drawing/2014/main" id="{DA611ED3-4954-1451-6447-CBA266D8A5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76655" y="7690305"/>
                <a:ext cx="1738440" cy="479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9268" y="635913"/>
            <a:ext cx="10866358" cy="680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Система Обратной Связи и Учета Счета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809268" y="1778437"/>
            <a:ext cx="13011864" cy="36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Каждое попадание сопровождается четкими и немедленными сигналами, повышающими удовлетворение от игры.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9268" y="2616398"/>
            <a:ext cx="7581424" cy="73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При попадании в кольцо проигрывается четкий звук удара или свиста.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9268" y="3437096"/>
            <a:ext cx="7581424" cy="36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Счет попаданий мгновенно увеличивается на </a:t>
            </a:r>
            <a:r>
              <a:rPr lang="en-US" sz="180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9268" y="3887867"/>
            <a:ext cx="7581424" cy="73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Над кольцом на короткий момент появляется яркая надпись «ГОЛ!», подтверждающая успех.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9268" y="4835723"/>
            <a:ext cx="7581424" cy="73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Счет отображается на панели, расположенной рядом со щитом кольца. Сброс счета происходит только при перезапуске сцены.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2430" y="2668429"/>
            <a:ext cx="4866203" cy="4866203"/>
          </a:xfrm>
          <a:prstGeom prst="rect">
            <a:avLst/>
          </a:prstGeom>
        </p:spPr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21BD3030-56E7-B50C-626C-2F8853E6563B}"/>
              </a:ext>
            </a:extLst>
          </p:cNvPr>
          <p:cNvGrpSpPr/>
          <p:nvPr/>
        </p:nvGrpSpPr>
        <p:grpSpPr>
          <a:xfrm>
            <a:off x="12887175" y="7732425"/>
            <a:ext cx="1563480" cy="347040"/>
            <a:chOff x="12887175" y="7732425"/>
            <a:chExt cx="1563480" cy="34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9" name="Рукописный ввод 8">
                  <a:extLst>
                    <a:ext uri="{FF2B5EF4-FFF2-40B4-BE49-F238E27FC236}">
                      <a16:creationId xmlns:a16="http://schemas.microsoft.com/office/drawing/2014/main" id="{355F3650-7989-03DC-048E-E0025D0D1FCE}"/>
                    </a:ext>
                  </a:extLst>
                </p14:cNvPr>
                <p14:cNvContentPartPr/>
                <p14:nvPr/>
              </p14:nvContentPartPr>
              <p14:xfrm>
                <a:off x="12887175" y="7732425"/>
                <a:ext cx="1563480" cy="347040"/>
              </p14:xfrm>
            </p:contentPart>
          </mc:Choice>
          <mc:Fallback>
            <p:pic>
              <p:nvPicPr>
                <p:cNvPr id="9" name="Рукописный ввод 8">
                  <a:extLst>
                    <a:ext uri="{FF2B5EF4-FFF2-40B4-BE49-F238E27FC236}">
                      <a16:creationId xmlns:a16="http://schemas.microsoft.com/office/drawing/2014/main" id="{355F3650-7989-03DC-048E-E0025D0D1FC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824175" y="7669425"/>
                  <a:ext cx="168912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Рукописный ввод 9">
                  <a:extLst>
                    <a:ext uri="{FF2B5EF4-FFF2-40B4-BE49-F238E27FC236}">
                      <a16:creationId xmlns:a16="http://schemas.microsoft.com/office/drawing/2014/main" id="{2F927EFD-C5AD-C038-FCCA-CEFC2B490AC2}"/>
                    </a:ext>
                  </a:extLst>
                </p14:cNvPr>
                <p14:cNvContentPartPr/>
                <p14:nvPr/>
              </p14:nvContentPartPr>
              <p14:xfrm>
                <a:off x="13211175" y="7895505"/>
                <a:ext cx="638640" cy="48600"/>
              </p14:xfrm>
            </p:contentPart>
          </mc:Choice>
          <mc:Fallback>
            <p:pic>
              <p:nvPicPr>
                <p:cNvPr id="10" name="Рукописный ввод 9">
                  <a:extLst>
                    <a:ext uri="{FF2B5EF4-FFF2-40B4-BE49-F238E27FC236}">
                      <a16:creationId xmlns:a16="http://schemas.microsoft.com/office/drawing/2014/main" id="{2F927EFD-C5AD-C038-FCCA-CEFC2B490AC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148175" y="7832865"/>
                  <a:ext cx="764280" cy="174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568" y="914638"/>
            <a:ext cx="12689919" cy="618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Интерфейс и Управление: Полная Интуитивность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735568" y="3901202"/>
            <a:ext cx="13159264" cy="22860"/>
          </a:xfrm>
          <a:prstGeom prst="roundRect">
            <a:avLst>
              <a:gd name="adj" fmla="val 386134"/>
            </a:avLst>
          </a:prstGeom>
          <a:solidFill>
            <a:srgbClr val="D6BADD"/>
          </a:solidFill>
          <a:ln/>
        </p:spPr>
      </p:sp>
      <p:sp>
        <p:nvSpPr>
          <p:cNvPr id="4" name="Shape 2"/>
          <p:cNvSpPr/>
          <p:nvPr/>
        </p:nvSpPr>
        <p:spPr>
          <a:xfrm>
            <a:off x="3277076" y="3270825"/>
            <a:ext cx="22860" cy="630436"/>
          </a:xfrm>
          <a:prstGeom prst="roundRect">
            <a:avLst>
              <a:gd name="adj" fmla="val 386134"/>
            </a:avLst>
          </a:prstGeom>
          <a:solidFill>
            <a:srgbClr val="D6BADD"/>
          </a:solidFill>
          <a:ln/>
        </p:spPr>
      </p:sp>
      <p:sp>
        <p:nvSpPr>
          <p:cNvPr id="5" name="Shape 3"/>
          <p:cNvSpPr/>
          <p:nvPr/>
        </p:nvSpPr>
        <p:spPr>
          <a:xfrm>
            <a:off x="3052167" y="3664803"/>
            <a:ext cx="472797" cy="472797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40154" y="3715703"/>
            <a:ext cx="296704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2052399" y="1952982"/>
            <a:ext cx="2472452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Мгновенный Старт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45713" y="2388156"/>
            <a:ext cx="4685824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После запуска сцены игрок сразу видит все элементы: кольцо, мяч и счет.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961459" y="3901142"/>
            <a:ext cx="22860" cy="630436"/>
          </a:xfrm>
          <a:prstGeom prst="roundRect">
            <a:avLst>
              <a:gd name="adj" fmla="val 386134"/>
            </a:avLst>
          </a:prstGeom>
          <a:solidFill>
            <a:srgbClr val="D6BADD"/>
          </a:solidFill>
          <a:ln/>
        </p:spPr>
      </p:sp>
      <p:sp>
        <p:nvSpPr>
          <p:cNvPr id="10" name="Shape 8"/>
          <p:cNvSpPr/>
          <p:nvPr/>
        </p:nvSpPr>
        <p:spPr>
          <a:xfrm>
            <a:off x="5736550" y="3664803"/>
            <a:ext cx="472797" cy="472797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24537" y="3715703"/>
            <a:ext cx="296704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492109" y="4741783"/>
            <a:ext cx="2961680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Захват (Controller Grab)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30097" y="5176957"/>
            <a:ext cx="4685824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Захват мяча осуществляется стандартной кнопкой захвата на VR-контроллере.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645843" y="3270825"/>
            <a:ext cx="22860" cy="630436"/>
          </a:xfrm>
          <a:prstGeom prst="roundRect">
            <a:avLst>
              <a:gd name="adj" fmla="val 386134"/>
            </a:avLst>
          </a:prstGeom>
          <a:solidFill>
            <a:srgbClr val="D6BADD"/>
          </a:solidFill>
          <a:ln/>
        </p:spPr>
      </p:sp>
      <p:sp>
        <p:nvSpPr>
          <p:cNvPr id="15" name="Shape 13"/>
          <p:cNvSpPr/>
          <p:nvPr/>
        </p:nvSpPr>
        <p:spPr>
          <a:xfrm>
            <a:off x="8420933" y="3664803"/>
            <a:ext cx="472797" cy="472797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8921" y="3715703"/>
            <a:ext cx="296704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421166" y="1952982"/>
            <a:ext cx="2472452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Бросок (Throw)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314480" y="2388156"/>
            <a:ext cx="4685824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Имитация броска выполняется резким движением руки с отпусканием кнопки захвата.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1330226" y="3901142"/>
            <a:ext cx="22860" cy="630436"/>
          </a:xfrm>
          <a:prstGeom prst="roundRect">
            <a:avLst>
              <a:gd name="adj" fmla="val 386134"/>
            </a:avLst>
          </a:prstGeom>
          <a:solidFill>
            <a:srgbClr val="D6BADD"/>
          </a:solidFill>
          <a:ln/>
        </p:spPr>
      </p:sp>
      <p:sp>
        <p:nvSpPr>
          <p:cNvPr id="20" name="Shape 18"/>
          <p:cNvSpPr/>
          <p:nvPr/>
        </p:nvSpPr>
        <p:spPr>
          <a:xfrm>
            <a:off x="11105317" y="3664803"/>
            <a:ext cx="472797" cy="472797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93304" y="3715703"/>
            <a:ext cx="296704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4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9884331" y="4741783"/>
            <a:ext cx="2914769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Отсутствие Навигации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998863" y="5176957"/>
            <a:ext cx="4685824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Никаких дополнительных меню, настроек или экранов: игровой процесс начинается мгновенно.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35568" y="6085761"/>
            <a:ext cx="13159264" cy="1229201"/>
          </a:xfrm>
          <a:prstGeom prst="roundRect">
            <a:avLst>
              <a:gd name="adj" fmla="val 7181"/>
            </a:avLst>
          </a:prstGeom>
          <a:solidFill>
            <a:srgbClr val="E8BEF4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713" y="6393061"/>
            <a:ext cx="262652" cy="210145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418511" y="6348413"/>
            <a:ext cx="12266176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Для перезапуска игры и сброса счета требуется только перезапуск сцены в редакторе Varwin, что соответствует концепции "свободной тренировки".</a:t>
            </a:r>
            <a:endParaRPr lang="en-US" sz="16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7" name="Рукописный ввод 26">
                <a:extLst>
                  <a:ext uri="{FF2B5EF4-FFF2-40B4-BE49-F238E27FC236}">
                    <a16:creationId xmlns:a16="http://schemas.microsoft.com/office/drawing/2014/main" id="{FA014660-CC88-AB46-8B69-064BBC258FCD}"/>
                  </a:ext>
                </a:extLst>
              </p14:cNvPr>
              <p14:cNvContentPartPr/>
              <p14:nvPr/>
            </p14:nvContentPartPr>
            <p14:xfrm>
              <a:off x="12923175" y="7809825"/>
              <a:ext cx="1528200" cy="335160"/>
            </p14:xfrm>
          </p:contentPart>
        </mc:Choice>
        <mc:Fallback>
          <p:pic>
            <p:nvPicPr>
              <p:cNvPr id="27" name="Рукописный ввод 26">
                <a:extLst>
                  <a:ext uri="{FF2B5EF4-FFF2-40B4-BE49-F238E27FC236}">
                    <a16:creationId xmlns:a16="http://schemas.microsoft.com/office/drawing/2014/main" id="{FA014660-CC88-AB46-8B69-064BBC258F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60175" y="7746825"/>
                <a:ext cx="1653840" cy="460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872258"/>
            <a:ext cx="930247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3D-Модели и Свойства Объектов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055025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 проекте используются базовые модели из стандартной библиотеки Varwin, адаптированные для обеспечения точной физики.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329589"/>
            <a:ext cx="290762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Баскетбольный Мяч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7724" y="4825127"/>
            <a:ext cx="41188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Обязательное наличие физического коллайдера и активированная возможность захвата (grabbable).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5255776" y="432958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Кольцо со Щитом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55776" y="4825127"/>
            <a:ext cx="4118848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Неподвижный (static) объект с вложенным триггером внутри обруча для точного определения попаданий (goal trigger).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9673828" y="432958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Игровая Арена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73828" y="4825127"/>
            <a:ext cx="4118848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Простая площадка без сложных текстур и разметок. Фон и окружение — минималистичные, не отвлекающие от цели.</a:t>
            </a:r>
            <a:endParaRPr lang="en-US" sz="18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Рукописный ввод 9">
                <a:extLst>
                  <a:ext uri="{FF2B5EF4-FFF2-40B4-BE49-F238E27FC236}">
                    <a16:creationId xmlns:a16="http://schemas.microsoft.com/office/drawing/2014/main" id="{FE1A8310-4D64-749E-C968-2487362BA388}"/>
                  </a:ext>
                </a:extLst>
              </p14:cNvPr>
              <p14:cNvContentPartPr/>
              <p14:nvPr/>
            </p14:nvContentPartPr>
            <p14:xfrm>
              <a:off x="12868095" y="7828905"/>
              <a:ext cx="1623600" cy="307440"/>
            </p14:xfrm>
          </p:contentPart>
        </mc:Choice>
        <mc:Fallback>
          <p:pic>
            <p:nvPicPr>
              <p:cNvPr id="10" name="Рукописный ввод 9">
                <a:extLst>
                  <a:ext uri="{FF2B5EF4-FFF2-40B4-BE49-F238E27FC236}">
                    <a16:creationId xmlns:a16="http://schemas.microsoft.com/office/drawing/2014/main" id="{FE1A8310-4D64-749E-C968-2487362BA3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05455" y="7765905"/>
                <a:ext cx="1749240" cy="433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4385" y="959763"/>
            <a:ext cx="12476917" cy="667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Критерии Тестирования и Контроль Качества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4385" y="2081212"/>
            <a:ext cx="13041630" cy="726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Тщательное тестирование гарантирует, что минималистичный дизайн не приведет к техническим ошибкам в ключевых механиках.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4385" y="3175992"/>
            <a:ext cx="5474137" cy="283726"/>
          </a:xfrm>
          <a:prstGeom prst="roundRect">
            <a:avLst>
              <a:gd name="adj" fmla="val 336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4385" y="3175992"/>
            <a:ext cx="5474137" cy="283726"/>
          </a:xfrm>
          <a:prstGeom prst="roundRect">
            <a:avLst>
              <a:gd name="adj" fmla="val 33600"/>
            </a:avLst>
          </a:prstGeom>
          <a:solidFill>
            <a:srgbClr val="BE49DF"/>
          </a:solidFill>
          <a:ln/>
        </p:spPr>
      </p:sp>
      <p:sp>
        <p:nvSpPr>
          <p:cNvPr id="6" name="Text 4"/>
          <p:cNvSpPr/>
          <p:nvPr/>
        </p:nvSpPr>
        <p:spPr>
          <a:xfrm>
            <a:off x="6438662" y="3175992"/>
            <a:ext cx="734616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100%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4385" y="3743325"/>
            <a:ext cx="2670334" cy="33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Захват и Бросок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4385" y="4213146"/>
            <a:ext cx="6378893" cy="726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Проверка корректности и плавности механики захвата и броска мяча в VR.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57003" y="3175992"/>
            <a:ext cx="5629394" cy="283726"/>
          </a:xfrm>
          <a:prstGeom prst="roundRect">
            <a:avLst>
              <a:gd name="adj" fmla="val 336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57003" y="3175992"/>
            <a:ext cx="5573078" cy="283726"/>
          </a:xfrm>
          <a:prstGeom prst="roundRect">
            <a:avLst>
              <a:gd name="adj" fmla="val 33600"/>
            </a:avLst>
          </a:prstGeom>
          <a:solidFill>
            <a:srgbClr val="BE49DF"/>
          </a:solidFill>
          <a:ln/>
        </p:spPr>
      </p:sp>
      <p:sp>
        <p:nvSpPr>
          <p:cNvPr id="11" name="Text 9"/>
          <p:cNvSpPr/>
          <p:nvPr/>
        </p:nvSpPr>
        <p:spPr>
          <a:xfrm>
            <a:off x="13256538" y="3175992"/>
            <a:ext cx="579477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99%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57003" y="3743325"/>
            <a:ext cx="2670334" cy="33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Точность Триггера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457003" y="4213146"/>
            <a:ext cx="6379012" cy="726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Регистрация попадания в кольцо: отсутствие ложных срабатываний и пропусков при чистом броске.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4385" y="5506522"/>
            <a:ext cx="5474137" cy="283726"/>
          </a:xfrm>
          <a:prstGeom prst="roundRect">
            <a:avLst>
              <a:gd name="adj" fmla="val 336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4385" y="5506522"/>
            <a:ext cx="5474137" cy="283726"/>
          </a:xfrm>
          <a:prstGeom prst="roundRect">
            <a:avLst>
              <a:gd name="adj" fmla="val 33600"/>
            </a:avLst>
          </a:prstGeom>
          <a:solidFill>
            <a:srgbClr val="BE49DF"/>
          </a:solidFill>
          <a:ln/>
        </p:spPr>
      </p:sp>
      <p:sp>
        <p:nvSpPr>
          <p:cNvPr id="16" name="Text 14"/>
          <p:cNvSpPr/>
          <p:nvPr/>
        </p:nvSpPr>
        <p:spPr>
          <a:xfrm>
            <a:off x="6438662" y="5506522"/>
            <a:ext cx="734616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100%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4385" y="6073854"/>
            <a:ext cx="2767727" cy="33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Визуальный Фидбек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94385" y="6543675"/>
            <a:ext cx="6378893" cy="726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Корректное отображение счета, срабатывание звука и надписи «ГОЛ!» при попадании.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457003" y="5506522"/>
            <a:ext cx="5474256" cy="283726"/>
          </a:xfrm>
          <a:prstGeom prst="roundRect">
            <a:avLst>
              <a:gd name="adj" fmla="val 336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7003" y="5506522"/>
            <a:ext cx="5474256" cy="283726"/>
          </a:xfrm>
          <a:prstGeom prst="roundRect">
            <a:avLst>
              <a:gd name="adj" fmla="val 33600"/>
            </a:avLst>
          </a:prstGeom>
          <a:solidFill>
            <a:srgbClr val="BE49DF"/>
          </a:solidFill>
          <a:ln/>
        </p:spPr>
      </p:sp>
      <p:sp>
        <p:nvSpPr>
          <p:cNvPr id="21" name="Text 19"/>
          <p:cNvSpPr/>
          <p:nvPr/>
        </p:nvSpPr>
        <p:spPr>
          <a:xfrm>
            <a:off x="13101399" y="5506522"/>
            <a:ext cx="734616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100%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57003" y="6073854"/>
            <a:ext cx="3125153" cy="33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Совместимость Varwin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457003" y="6543675"/>
            <a:ext cx="6379012" cy="726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Проверка стабильной работы всех функций в бесплатной версии платформы Varwin.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4" name="Рукописный ввод 23">
                <a:extLst>
                  <a:ext uri="{FF2B5EF4-FFF2-40B4-BE49-F238E27FC236}">
                    <a16:creationId xmlns:a16="http://schemas.microsoft.com/office/drawing/2014/main" id="{6F5A1633-E8AC-C9CF-EFDD-540271A79608}"/>
                  </a:ext>
                </a:extLst>
              </p14:cNvPr>
              <p14:cNvContentPartPr/>
              <p14:nvPr/>
            </p14:nvContentPartPr>
            <p14:xfrm>
              <a:off x="12829575" y="7799025"/>
              <a:ext cx="1643400" cy="336240"/>
            </p14:xfrm>
          </p:contentPart>
        </mc:Choice>
        <mc:Fallback>
          <p:pic>
            <p:nvPicPr>
              <p:cNvPr id="24" name="Рукописный ввод 23">
                <a:extLst>
                  <a:ext uri="{FF2B5EF4-FFF2-40B4-BE49-F238E27FC236}">
                    <a16:creationId xmlns:a16="http://schemas.microsoft.com/office/drawing/2014/main" id="{6F5A1633-E8AC-C9CF-EFDD-540271A796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66935" y="7736025"/>
                <a:ext cx="1769040" cy="461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6755" y="608171"/>
            <a:ext cx="8389620" cy="650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10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Демонстрация Игрового Опыта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74025" y="1700808"/>
            <a:ext cx="13082349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Для наглядной презентации функционала игры будет создан короткий демо-ролик, фокусирующийся на ключевых взаимодействиях.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25" y="2905720"/>
            <a:ext cx="4909185" cy="49091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30422" y="2855952"/>
            <a:ext cx="7633573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Продолжительность:</a:t>
            </a:r>
            <a:r>
              <a:rPr lang="en-US" sz="17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30–60 секунд.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230422" y="3287077"/>
            <a:ext cx="7633573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Содержание:</a:t>
            </a:r>
            <a:r>
              <a:rPr lang="en-US" sz="17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Демонстрация запуска сцены и появления игрока.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230422" y="3718203"/>
            <a:ext cx="7633573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Ключевой Момент:</a:t>
            </a:r>
            <a:r>
              <a:rPr lang="en-US" sz="17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Игрок берёт мяч и совершает бросок.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230422" y="4149328"/>
            <a:ext cx="7633573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Обратная Связь:</a:t>
            </a:r>
            <a:r>
              <a:rPr lang="en-US" sz="17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Четкая демонстрация попадания: увеличение счета, звук, и появление надписи «ГОЛ!». Повтор броска.</a:t>
            </a:r>
            <a:endParaRPr lang="en-US" sz="1700" dirty="0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53BBCECC-A114-4C79-D055-54ABF26878CE}"/>
              </a:ext>
            </a:extLst>
          </p:cNvPr>
          <p:cNvGrpSpPr/>
          <p:nvPr/>
        </p:nvGrpSpPr>
        <p:grpSpPr>
          <a:xfrm>
            <a:off x="12220815" y="7687065"/>
            <a:ext cx="1733760" cy="324360"/>
            <a:chOff x="12220815" y="7687065"/>
            <a:chExt cx="1733760" cy="3243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">
              <p14:nvContentPartPr>
                <p14:cNvPr id="9" name="Рукописный ввод 8">
                  <a:extLst>
                    <a:ext uri="{FF2B5EF4-FFF2-40B4-BE49-F238E27FC236}">
                      <a16:creationId xmlns:a16="http://schemas.microsoft.com/office/drawing/2014/main" id="{EC76C2C0-55B9-EBD8-A9D7-74A7AF38BE02}"/>
                    </a:ext>
                  </a:extLst>
                </p14:cNvPr>
                <p14:cNvContentPartPr/>
                <p14:nvPr/>
              </p14:nvContentPartPr>
              <p14:xfrm>
                <a:off x="12648855" y="7876785"/>
                <a:ext cx="580320" cy="77400"/>
              </p14:xfrm>
            </p:contentPart>
          </mc:Choice>
          <mc:Fallback>
            <p:pic>
              <p:nvPicPr>
                <p:cNvPr id="9" name="Рукописный ввод 8">
                  <a:extLst>
                    <a:ext uri="{FF2B5EF4-FFF2-40B4-BE49-F238E27FC236}">
                      <a16:creationId xmlns:a16="http://schemas.microsoft.com/office/drawing/2014/main" id="{EC76C2C0-55B9-EBD8-A9D7-74A7AF38BE0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640215" y="7823145"/>
                  <a:ext cx="5979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">
              <p14:nvContentPartPr>
                <p14:cNvPr id="10" name="Рукописный ввод 9">
                  <a:extLst>
                    <a:ext uri="{FF2B5EF4-FFF2-40B4-BE49-F238E27FC236}">
                      <a16:creationId xmlns:a16="http://schemas.microsoft.com/office/drawing/2014/main" id="{3490B5EA-16E0-C5D7-556C-1971039BB6AA}"/>
                    </a:ext>
                  </a:extLst>
                </p14:cNvPr>
                <p14:cNvContentPartPr/>
                <p14:nvPr/>
              </p14:nvContentPartPr>
              <p14:xfrm>
                <a:off x="12618615" y="7953465"/>
                <a:ext cx="772920" cy="48600"/>
              </p14:xfrm>
            </p:contentPart>
          </mc:Choice>
          <mc:Fallback>
            <p:pic>
              <p:nvPicPr>
                <p:cNvPr id="10" name="Рукописный ввод 9">
                  <a:extLst>
                    <a:ext uri="{FF2B5EF4-FFF2-40B4-BE49-F238E27FC236}">
                      <a16:creationId xmlns:a16="http://schemas.microsoft.com/office/drawing/2014/main" id="{3490B5EA-16E0-C5D7-556C-1971039BB6A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609975" y="7899465"/>
                  <a:ext cx="7905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">
              <p14:nvContentPartPr>
                <p14:cNvPr id="12" name="Рукописный ввод 11">
                  <a:extLst>
                    <a:ext uri="{FF2B5EF4-FFF2-40B4-BE49-F238E27FC236}">
                      <a16:creationId xmlns:a16="http://schemas.microsoft.com/office/drawing/2014/main" id="{462360EC-32B5-F5F3-A866-3B86A7003E3A}"/>
                    </a:ext>
                  </a:extLst>
                </p14:cNvPr>
                <p14:cNvContentPartPr/>
                <p14:nvPr/>
              </p14:nvContentPartPr>
              <p14:xfrm>
                <a:off x="12220815" y="7687065"/>
                <a:ext cx="1733760" cy="324360"/>
              </p14:xfrm>
            </p:contentPart>
          </mc:Choice>
          <mc:Fallback>
            <p:pic>
              <p:nvPicPr>
                <p:cNvPr id="12" name="Рукописный ввод 11">
                  <a:extLst>
                    <a:ext uri="{FF2B5EF4-FFF2-40B4-BE49-F238E27FC236}">
                      <a16:creationId xmlns:a16="http://schemas.microsoft.com/office/drawing/2014/main" id="{462360EC-32B5-F5F3-A866-3B86A7003E3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157815" y="7309065"/>
                  <a:ext cx="1859400" cy="108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9CCF2FF0-AB34-D188-2313-4B04E5C0D104}"/>
                  </a:ext>
                </a:extLst>
              </p14:cNvPr>
              <p14:cNvContentPartPr/>
              <p14:nvPr/>
            </p14:nvContentPartPr>
            <p14:xfrm>
              <a:off x="12885735" y="7742670"/>
              <a:ext cx="1622520" cy="375120"/>
            </p14:xfrm>
          </p:contentPart>
        </mc:Choice>
        <mc:Fallback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9CCF2FF0-AB34-D188-2313-4B04E5C0D10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822735" y="7680030"/>
                <a:ext cx="1748160" cy="500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737</Words>
  <Application>Microsoft Office PowerPoint</Application>
  <PresentationFormat>Произвольный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Source Serif 4 Semi Bold</vt:lpstr>
      <vt:lpstr>Source Sans 3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Пользователь</cp:lastModifiedBy>
  <cp:revision>2</cp:revision>
  <dcterms:created xsi:type="dcterms:W3CDTF">2025-12-25T14:00:08Z</dcterms:created>
  <dcterms:modified xsi:type="dcterms:W3CDTF">2025-12-25T14:03:10Z</dcterms:modified>
</cp:coreProperties>
</file>